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2.png"/><Relationship Id="rId10" Type="http://schemas.openxmlformats.org/officeDocument/2006/relationships/image" Target="../media/image12.svg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4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6.svg"/><Relationship Id="rId11" Type="http://schemas.openxmlformats.org/officeDocument/2006/relationships/image" Target="../media/image23.png"/><Relationship Id="rId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20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7.png"/><Relationship Id="rId7" Type="http://schemas.openxmlformats.org/officeDocument/2006/relationships/image" Target="../media/image2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0.svg"/><Relationship Id="rId4" Type="http://schemas.openxmlformats.org/officeDocument/2006/relationships/image" Target="../media/image28.svg"/><Relationship Id="rId9" Type="http://schemas.openxmlformats.org/officeDocument/2006/relationships/image" Target="../media/image29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2.png"/><Relationship Id="rId10" Type="http://schemas.openxmlformats.org/officeDocument/2006/relationships/image" Target="../media/image12.svg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4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6.svg"/><Relationship Id="rId11" Type="http://schemas.openxmlformats.org/officeDocument/2006/relationships/image" Target="../media/image23.png"/><Relationship Id="rId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20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7.png"/><Relationship Id="rId7" Type="http://schemas.openxmlformats.org/officeDocument/2006/relationships/image" Target="../media/image2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0.svg"/><Relationship Id="rId4" Type="http://schemas.openxmlformats.org/officeDocument/2006/relationships/image" Target="../media/image28.svg"/><Relationship Id="rId9" Type="http://schemas.openxmlformats.org/officeDocument/2006/relationships/image" Target="../media/image29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9C7CE-80B4-4092-ADD5-A8EF51352C4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528A34-9549-4297-ABEF-0590F6708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Which </a:t>
          </a:r>
          <a:r>
            <a:rPr lang="en-US" b="1" i="0" baseline="0"/>
            <a:t>production lines</a:t>
          </a:r>
          <a:r>
            <a:rPr lang="en-US" b="0" i="0" baseline="0"/>
            <a:t> are most frequently affected by downtime?</a:t>
          </a:r>
          <a:endParaRPr lang="en-US"/>
        </a:p>
      </dgm:t>
    </dgm:pt>
    <dgm:pt modelId="{EC0732BC-8A64-4652-AC12-581353F3D088}" type="parTrans" cxnId="{AF43A2F6-4AE2-4441-9A4F-730D651C0194}">
      <dgm:prSet/>
      <dgm:spPr/>
      <dgm:t>
        <a:bodyPr/>
        <a:lstStyle/>
        <a:p>
          <a:endParaRPr lang="en-US"/>
        </a:p>
      </dgm:t>
    </dgm:pt>
    <dgm:pt modelId="{7669469F-42F5-4E43-A42D-A3817FDE90B1}" type="sibTrans" cxnId="{AF43A2F6-4AE2-4441-9A4F-730D651C01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88925E-5D66-4717-BF5D-44179F797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Which </a:t>
          </a:r>
          <a:r>
            <a:rPr lang="en-US" b="1" i="0" baseline="0"/>
            <a:t>operators</a:t>
          </a:r>
          <a:r>
            <a:rPr lang="en-US" b="0" i="0" baseline="0"/>
            <a:t> or teams exhibit higher or lower downtime performance?</a:t>
          </a:r>
          <a:endParaRPr lang="en-US"/>
        </a:p>
      </dgm:t>
    </dgm:pt>
    <dgm:pt modelId="{ADEF1334-3AFD-4C24-8A73-554E14B6062E}" type="parTrans" cxnId="{961D3446-C6D0-4774-9E81-CD13D61E039A}">
      <dgm:prSet/>
      <dgm:spPr/>
      <dgm:t>
        <a:bodyPr/>
        <a:lstStyle/>
        <a:p>
          <a:endParaRPr lang="en-US"/>
        </a:p>
      </dgm:t>
    </dgm:pt>
    <dgm:pt modelId="{17EE7E5E-72EA-4045-99C9-F72EB1DFFB12}" type="sibTrans" cxnId="{961D3446-C6D0-4774-9E81-CD13D61E03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DC5D7D-3462-41F4-BF28-928B93B0BC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Are certain </a:t>
          </a:r>
          <a:r>
            <a:rPr lang="en-US" b="1" i="0" baseline="0"/>
            <a:t>products or product categories</a:t>
          </a:r>
          <a:r>
            <a:rPr lang="en-US" b="0" i="0" baseline="0"/>
            <a:t> more prone to downtime during manufacturing?</a:t>
          </a:r>
          <a:endParaRPr lang="en-US"/>
        </a:p>
      </dgm:t>
    </dgm:pt>
    <dgm:pt modelId="{CF266FB0-6418-4827-BA59-4CDAAAFD878D}" type="parTrans" cxnId="{A8B9FA02-51FA-4A18-9CF7-DFAB5360641E}">
      <dgm:prSet/>
      <dgm:spPr/>
      <dgm:t>
        <a:bodyPr/>
        <a:lstStyle/>
        <a:p>
          <a:endParaRPr lang="en-US"/>
        </a:p>
      </dgm:t>
    </dgm:pt>
    <dgm:pt modelId="{AF4F9CC7-EA28-4D7C-BBDD-A810AA2BEF6F}" type="sibTrans" cxnId="{A8B9FA02-51FA-4A18-9CF7-DFAB536064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8D3E9D-A2E6-419F-B62C-7CCF8DD250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What </a:t>
          </a:r>
          <a:r>
            <a:rPr lang="en-US" b="1" i="0" baseline="0"/>
            <a:t>factors</a:t>
          </a:r>
          <a:r>
            <a:rPr lang="en-US" b="0" i="0" baseline="0"/>
            <a:t> (e.g., mechanical failure, setup, electrical issues) contribute most to downtime events?</a:t>
          </a:r>
          <a:endParaRPr lang="en-US"/>
        </a:p>
      </dgm:t>
    </dgm:pt>
    <dgm:pt modelId="{55A8CC35-7043-46E2-A3E3-B0388BB076D1}" type="parTrans" cxnId="{372B0658-AFB5-48AE-939A-564F3ACD9611}">
      <dgm:prSet/>
      <dgm:spPr/>
      <dgm:t>
        <a:bodyPr/>
        <a:lstStyle/>
        <a:p>
          <a:endParaRPr lang="en-US"/>
        </a:p>
      </dgm:t>
    </dgm:pt>
    <dgm:pt modelId="{BAB0BA12-F8FD-4DF3-BF61-A8564958188B}" type="sibTrans" cxnId="{372B0658-AFB5-48AE-939A-564F3ACD961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88BFBC-D3D6-4FFA-A17D-8CB0BA203E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When (by </a:t>
          </a:r>
          <a:r>
            <a:rPr lang="en-US" b="1" i="0" baseline="0"/>
            <a:t>hour, shift, or date</a:t>
          </a:r>
          <a:r>
            <a:rPr lang="en-US" b="0" i="0" baseline="0"/>
            <a:t>) do these downtime events occur most often?</a:t>
          </a:r>
          <a:endParaRPr lang="en-US"/>
        </a:p>
      </dgm:t>
    </dgm:pt>
    <dgm:pt modelId="{6036C5D7-0935-4054-A381-D87A144AC18D}" type="parTrans" cxnId="{1F345C0C-B34C-428F-B926-FE59C4EF9649}">
      <dgm:prSet/>
      <dgm:spPr/>
      <dgm:t>
        <a:bodyPr/>
        <a:lstStyle/>
        <a:p>
          <a:endParaRPr lang="en-US"/>
        </a:p>
      </dgm:t>
    </dgm:pt>
    <dgm:pt modelId="{7505E6AE-5C67-4CAF-941E-925B8B23E22B}" type="sibTrans" cxnId="{1F345C0C-B34C-428F-B926-FE59C4EF96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855429-3CF0-4251-92D5-E78F216C9F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How much </a:t>
          </a:r>
          <a:r>
            <a:rPr lang="en-US" b="1" i="0" baseline="0"/>
            <a:t>production loss (units lost)</a:t>
          </a:r>
          <a:r>
            <a:rPr lang="en-US" b="0" i="0" baseline="0"/>
            <a:t> is associated with downtime, and how does this vary by line or operator?</a:t>
          </a:r>
          <a:endParaRPr lang="en-US"/>
        </a:p>
      </dgm:t>
    </dgm:pt>
    <dgm:pt modelId="{2C31B02E-D53B-4D96-B73F-460F7921EC45}" type="parTrans" cxnId="{B5201743-B896-497D-BD5B-98B40AF2F69E}">
      <dgm:prSet/>
      <dgm:spPr/>
      <dgm:t>
        <a:bodyPr/>
        <a:lstStyle/>
        <a:p>
          <a:endParaRPr lang="en-US"/>
        </a:p>
      </dgm:t>
    </dgm:pt>
    <dgm:pt modelId="{277DBCEC-8CC4-47A0-9594-81259C83631A}" type="sibTrans" cxnId="{B5201743-B896-497D-BD5B-98B40AF2F6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E0CECD-B929-4D7C-BA02-FB7E1FD95B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Can we </a:t>
          </a:r>
          <a:r>
            <a:rPr lang="en-US" b="1" i="0" baseline="0"/>
            <a:t>forecast downtime</a:t>
          </a:r>
          <a:r>
            <a:rPr lang="en-US" b="0" i="0" baseline="0"/>
            <a:t> for the next day or production cycle to improve planning and minimize losses?</a:t>
          </a:r>
          <a:endParaRPr lang="en-US"/>
        </a:p>
      </dgm:t>
    </dgm:pt>
    <dgm:pt modelId="{B020E8A9-D957-4037-AA76-5E54D194DB91}" type="parTrans" cxnId="{32720D77-CC36-4BCF-99C0-E81663F49410}">
      <dgm:prSet/>
      <dgm:spPr/>
      <dgm:t>
        <a:bodyPr/>
        <a:lstStyle/>
        <a:p>
          <a:endParaRPr lang="en-US"/>
        </a:p>
      </dgm:t>
    </dgm:pt>
    <dgm:pt modelId="{D89B3A15-9C8D-42DC-9FA9-F13A01677F1C}" type="sibTrans" cxnId="{32720D77-CC36-4BCF-99C0-E81663F49410}">
      <dgm:prSet/>
      <dgm:spPr/>
      <dgm:t>
        <a:bodyPr/>
        <a:lstStyle/>
        <a:p>
          <a:endParaRPr lang="en-US"/>
        </a:p>
      </dgm:t>
    </dgm:pt>
    <dgm:pt modelId="{5107B617-F5A1-4D4B-8AA0-69964C43BEA1}" type="pres">
      <dgm:prSet presAssocID="{9EE9C7CE-80B4-4092-ADD5-A8EF51352C48}" presName="root" presStyleCnt="0">
        <dgm:presLayoutVars>
          <dgm:dir/>
          <dgm:resizeHandles val="exact"/>
        </dgm:presLayoutVars>
      </dgm:prSet>
      <dgm:spPr/>
    </dgm:pt>
    <dgm:pt modelId="{516BDF08-2243-4335-ACA4-5AB6DF074B25}" type="pres">
      <dgm:prSet presAssocID="{9EE9C7CE-80B4-4092-ADD5-A8EF51352C48}" presName="container" presStyleCnt="0">
        <dgm:presLayoutVars>
          <dgm:dir/>
          <dgm:resizeHandles val="exact"/>
        </dgm:presLayoutVars>
      </dgm:prSet>
      <dgm:spPr/>
    </dgm:pt>
    <dgm:pt modelId="{5421A74D-58F5-407C-8569-20D3B7895C54}" type="pres">
      <dgm:prSet presAssocID="{CF528A34-9549-4297-ABEF-0590F67087FF}" presName="compNode" presStyleCnt="0"/>
      <dgm:spPr/>
    </dgm:pt>
    <dgm:pt modelId="{5FB32608-3FD5-4136-9D6E-22F58ADD0D8B}" type="pres">
      <dgm:prSet presAssocID="{CF528A34-9549-4297-ABEF-0590F67087FF}" presName="iconBgRect" presStyleLbl="bgShp" presStyleIdx="0" presStyleCnt="7"/>
      <dgm:spPr/>
    </dgm:pt>
    <dgm:pt modelId="{7F7AC96E-34BE-42E9-BD14-95FEB8E155EF}" type="pres">
      <dgm:prSet presAssocID="{CF528A34-9549-4297-ABEF-0590F67087F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5A6CF81-B275-4E76-85D4-372D77B44034}" type="pres">
      <dgm:prSet presAssocID="{CF528A34-9549-4297-ABEF-0590F67087FF}" presName="spaceRect" presStyleCnt="0"/>
      <dgm:spPr/>
    </dgm:pt>
    <dgm:pt modelId="{215B24E1-28D8-4707-B13C-71210AF0384B}" type="pres">
      <dgm:prSet presAssocID="{CF528A34-9549-4297-ABEF-0590F67087FF}" presName="textRect" presStyleLbl="revTx" presStyleIdx="0" presStyleCnt="7">
        <dgm:presLayoutVars>
          <dgm:chMax val="1"/>
          <dgm:chPref val="1"/>
        </dgm:presLayoutVars>
      </dgm:prSet>
      <dgm:spPr/>
    </dgm:pt>
    <dgm:pt modelId="{047B1D8C-FE34-436F-A6B5-1A5CA6902C06}" type="pres">
      <dgm:prSet presAssocID="{7669469F-42F5-4E43-A42D-A3817FDE90B1}" presName="sibTrans" presStyleLbl="sibTrans2D1" presStyleIdx="0" presStyleCnt="0"/>
      <dgm:spPr/>
    </dgm:pt>
    <dgm:pt modelId="{6827F817-F151-48F3-B013-9AF91C06E05F}" type="pres">
      <dgm:prSet presAssocID="{A788925E-5D66-4717-BF5D-44179F797B31}" presName="compNode" presStyleCnt="0"/>
      <dgm:spPr/>
    </dgm:pt>
    <dgm:pt modelId="{22F23658-9064-4BC8-BBF4-54109D7CCD01}" type="pres">
      <dgm:prSet presAssocID="{A788925E-5D66-4717-BF5D-44179F797B31}" presName="iconBgRect" presStyleLbl="bgShp" presStyleIdx="1" presStyleCnt="7"/>
      <dgm:spPr/>
    </dgm:pt>
    <dgm:pt modelId="{BEBD47CA-2BA5-4C77-8DF6-2EBB09138020}" type="pres">
      <dgm:prSet presAssocID="{A788925E-5D66-4717-BF5D-44179F797B3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6379B056-A62A-458C-87AD-99D150D1C60F}" type="pres">
      <dgm:prSet presAssocID="{A788925E-5D66-4717-BF5D-44179F797B31}" presName="spaceRect" presStyleCnt="0"/>
      <dgm:spPr/>
    </dgm:pt>
    <dgm:pt modelId="{8DAFBE72-8C63-4B10-8DE8-964DF6AB4008}" type="pres">
      <dgm:prSet presAssocID="{A788925E-5D66-4717-BF5D-44179F797B31}" presName="textRect" presStyleLbl="revTx" presStyleIdx="1" presStyleCnt="7">
        <dgm:presLayoutVars>
          <dgm:chMax val="1"/>
          <dgm:chPref val="1"/>
        </dgm:presLayoutVars>
      </dgm:prSet>
      <dgm:spPr/>
    </dgm:pt>
    <dgm:pt modelId="{D15E35DB-7868-4F70-A017-11A9EB5CDD97}" type="pres">
      <dgm:prSet presAssocID="{17EE7E5E-72EA-4045-99C9-F72EB1DFFB12}" presName="sibTrans" presStyleLbl="sibTrans2D1" presStyleIdx="0" presStyleCnt="0"/>
      <dgm:spPr/>
    </dgm:pt>
    <dgm:pt modelId="{3FD96D43-844D-41B1-BA86-A111E9890539}" type="pres">
      <dgm:prSet presAssocID="{DFDC5D7D-3462-41F4-BF28-928B93B0BC27}" presName="compNode" presStyleCnt="0"/>
      <dgm:spPr/>
    </dgm:pt>
    <dgm:pt modelId="{FE02429F-9354-4B65-8661-50ACD9D79CA0}" type="pres">
      <dgm:prSet presAssocID="{DFDC5D7D-3462-41F4-BF28-928B93B0BC27}" presName="iconBgRect" presStyleLbl="bgShp" presStyleIdx="2" presStyleCnt="7"/>
      <dgm:spPr/>
    </dgm:pt>
    <dgm:pt modelId="{1BCA94A9-D256-4E94-B949-049359F086EE}" type="pres">
      <dgm:prSet presAssocID="{DFDC5D7D-3462-41F4-BF28-928B93B0BC27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89F0419-AC54-4840-AACD-C178E8939911}" type="pres">
      <dgm:prSet presAssocID="{DFDC5D7D-3462-41F4-BF28-928B93B0BC27}" presName="spaceRect" presStyleCnt="0"/>
      <dgm:spPr/>
    </dgm:pt>
    <dgm:pt modelId="{DFBCABB5-B103-4E2B-BB22-F6A934120CC1}" type="pres">
      <dgm:prSet presAssocID="{DFDC5D7D-3462-41F4-BF28-928B93B0BC27}" presName="textRect" presStyleLbl="revTx" presStyleIdx="2" presStyleCnt="7">
        <dgm:presLayoutVars>
          <dgm:chMax val="1"/>
          <dgm:chPref val="1"/>
        </dgm:presLayoutVars>
      </dgm:prSet>
      <dgm:spPr/>
    </dgm:pt>
    <dgm:pt modelId="{C71C9043-577C-4E3D-90F3-51DB9590B3F4}" type="pres">
      <dgm:prSet presAssocID="{AF4F9CC7-EA28-4D7C-BBDD-A810AA2BEF6F}" presName="sibTrans" presStyleLbl="sibTrans2D1" presStyleIdx="0" presStyleCnt="0"/>
      <dgm:spPr/>
    </dgm:pt>
    <dgm:pt modelId="{1C635330-350B-43DE-8D5E-CF8F65312C45}" type="pres">
      <dgm:prSet presAssocID="{668D3E9D-A2E6-419F-B62C-7CCF8DD250AA}" presName="compNode" presStyleCnt="0"/>
      <dgm:spPr/>
    </dgm:pt>
    <dgm:pt modelId="{4E216170-6AEA-462D-A04E-15465EA98E3D}" type="pres">
      <dgm:prSet presAssocID="{668D3E9D-A2E6-419F-B62C-7CCF8DD250AA}" presName="iconBgRect" presStyleLbl="bgShp" presStyleIdx="3" presStyleCnt="7"/>
      <dgm:spPr/>
    </dgm:pt>
    <dgm:pt modelId="{0AAD1D2E-4D1D-4C85-B6DA-7EC2CBF73283}" type="pres">
      <dgm:prSet presAssocID="{668D3E9D-A2E6-419F-B62C-7CCF8DD250A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B8E0BD07-1FC9-4D59-98F9-8035A6C5C5B2}" type="pres">
      <dgm:prSet presAssocID="{668D3E9D-A2E6-419F-B62C-7CCF8DD250AA}" presName="spaceRect" presStyleCnt="0"/>
      <dgm:spPr/>
    </dgm:pt>
    <dgm:pt modelId="{93F07C41-12CC-4D0D-83C7-B2C31E6AE8D3}" type="pres">
      <dgm:prSet presAssocID="{668D3E9D-A2E6-419F-B62C-7CCF8DD250AA}" presName="textRect" presStyleLbl="revTx" presStyleIdx="3" presStyleCnt="7">
        <dgm:presLayoutVars>
          <dgm:chMax val="1"/>
          <dgm:chPref val="1"/>
        </dgm:presLayoutVars>
      </dgm:prSet>
      <dgm:spPr/>
    </dgm:pt>
    <dgm:pt modelId="{FF5EDB2C-442B-4AEE-A6F0-D9E1A2B90964}" type="pres">
      <dgm:prSet presAssocID="{BAB0BA12-F8FD-4DF3-BF61-A8564958188B}" presName="sibTrans" presStyleLbl="sibTrans2D1" presStyleIdx="0" presStyleCnt="0"/>
      <dgm:spPr/>
    </dgm:pt>
    <dgm:pt modelId="{26239E84-0875-429A-A2A0-6768EB1A2D59}" type="pres">
      <dgm:prSet presAssocID="{4F88BFBC-D3D6-4FFA-A17D-8CB0BA203EF0}" presName="compNode" presStyleCnt="0"/>
      <dgm:spPr/>
    </dgm:pt>
    <dgm:pt modelId="{AE660D42-85A4-4A2A-9CCB-F0FCBAF518DD}" type="pres">
      <dgm:prSet presAssocID="{4F88BFBC-D3D6-4FFA-A17D-8CB0BA203EF0}" presName="iconBgRect" presStyleLbl="bgShp" presStyleIdx="4" presStyleCnt="7"/>
      <dgm:spPr/>
    </dgm:pt>
    <dgm:pt modelId="{E7FB50B4-9189-4E7D-BB20-B926776459C0}" type="pres">
      <dgm:prSet presAssocID="{4F88BFBC-D3D6-4FFA-A17D-8CB0BA203EF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F979D0D4-CFCB-48B5-8E18-941D75343CF0}" type="pres">
      <dgm:prSet presAssocID="{4F88BFBC-D3D6-4FFA-A17D-8CB0BA203EF0}" presName="spaceRect" presStyleCnt="0"/>
      <dgm:spPr/>
    </dgm:pt>
    <dgm:pt modelId="{41952DD2-64CC-4A56-9A0E-3F75B8AE06E6}" type="pres">
      <dgm:prSet presAssocID="{4F88BFBC-D3D6-4FFA-A17D-8CB0BA203EF0}" presName="textRect" presStyleLbl="revTx" presStyleIdx="4" presStyleCnt="7">
        <dgm:presLayoutVars>
          <dgm:chMax val="1"/>
          <dgm:chPref val="1"/>
        </dgm:presLayoutVars>
      </dgm:prSet>
      <dgm:spPr/>
    </dgm:pt>
    <dgm:pt modelId="{BBBECCA7-FAE2-4C0C-B6EF-0DCB6CAA401C}" type="pres">
      <dgm:prSet presAssocID="{7505E6AE-5C67-4CAF-941E-925B8B23E22B}" presName="sibTrans" presStyleLbl="sibTrans2D1" presStyleIdx="0" presStyleCnt="0"/>
      <dgm:spPr/>
    </dgm:pt>
    <dgm:pt modelId="{81CE80BF-003D-4810-8E0B-FCAEA47C354E}" type="pres">
      <dgm:prSet presAssocID="{03855429-3CF0-4251-92D5-E78F216C9FA2}" presName="compNode" presStyleCnt="0"/>
      <dgm:spPr/>
    </dgm:pt>
    <dgm:pt modelId="{C721C31D-E4A6-4731-A54B-BD9FD7ED896B}" type="pres">
      <dgm:prSet presAssocID="{03855429-3CF0-4251-92D5-E78F216C9FA2}" presName="iconBgRect" presStyleLbl="bgShp" presStyleIdx="5" presStyleCnt="7"/>
      <dgm:spPr/>
    </dgm:pt>
    <dgm:pt modelId="{65340308-579C-4EAE-96FE-FCF45E439EC6}" type="pres">
      <dgm:prSet presAssocID="{03855429-3CF0-4251-92D5-E78F216C9FA2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22F629F7-2CC9-4722-8C7E-A8F169F04B46}" type="pres">
      <dgm:prSet presAssocID="{03855429-3CF0-4251-92D5-E78F216C9FA2}" presName="spaceRect" presStyleCnt="0"/>
      <dgm:spPr/>
    </dgm:pt>
    <dgm:pt modelId="{C3E7D65E-83F5-4BC7-B620-27E6BDA21F30}" type="pres">
      <dgm:prSet presAssocID="{03855429-3CF0-4251-92D5-E78F216C9FA2}" presName="textRect" presStyleLbl="revTx" presStyleIdx="5" presStyleCnt="7">
        <dgm:presLayoutVars>
          <dgm:chMax val="1"/>
          <dgm:chPref val="1"/>
        </dgm:presLayoutVars>
      </dgm:prSet>
      <dgm:spPr/>
    </dgm:pt>
    <dgm:pt modelId="{393BF895-4F15-47ED-B7F3-FDE29FD26C53}" type="pres">
      <dgm:prSet presAssocID="{277DBCEC-8CC4-47A0-9594-81259C83631A}" presName="sibTrans" presStyleLbl="sibTrans2D1" presStyleIdx="0" presStyleCnt="0"/>
      <dgm:spPr/>
    </dgm:pt>
    <dgm:pt modelId="{D5165A04-F76A-4F21-A68A-1D3E3C4CEF1D}" type="pres">
      <dgm:prSet presAssocID="{C7E0CECD-B929-4D7C-BA02-FB7E1FD95B99}" presName="compNode" presStyleCnt="0"/>
      <dgm:spPr/>
    </dgm:pt>
    <dgm:pt modelId="{B0A87AAB-4B8A-4A9E-B852-2E61B7E2B153}" type="pres">
      <dgm:prSet presAssocID="{C7E0CECD-B929-4D7C-BA02-FB7E1FD95B99}" presName="iconBgRect" presStyleLbl="bgShp" presStyleIdx="6" presStyleCnt="7"/>
      <dgm:spPr/>
    </dgm:pt>
    <dgm:pt modelId="{4054CD87-DC28-4FCC-BBAC-65B44D94D900}" type="pres">
      <dgm:prSet presAssocID="{C7E0CECD-B929-4D7C-BA02-FB7E1FD95B9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AC6BC57-7A1E-4F7C-822C-D4F91A6A3C08}" type="pres">
      <dgm:prSet presAssocID="{C7E0CECD-B929-4D7C-BA02-FB7E1FD95B99}" presName="spaceRect" presStyleCnt="0"/>
      <dgm:spPr/>
    </dgm:pt>
    <dgm:pt modelId="{B0A8EF7A-0983-4094-82C6-F3718D943E42}" type="pres">
      <dgm:prSet presAssocID="{C7E0CECD-B929-4D7C-BA02-FB7E1FD95B9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A8B9FA02-51FA-4A18-9CF7-DFAB5360641E}" srcId="{9EE9C7CE-80B4-4092-ADD5-A8EF51352C48}" destId="{DFDC5D7D-3462-41F4-BF28-928B93B0BC27}" srcOrd="2" destOrd="0" parTransId="{CF266FB0-6418-4827-BA59-4CDAAAFD878D}" sibTransId="{AF4F9CC7-EA28-4D7C-BBDD-A810AA2BEF6F}"/>
    <dgm:cxn modelId="{9AF40C0A-006E-43FB-B523-D0E491053727}" type="presOf" srcId="{BAB0BA12-F8FD-4DF3-BF61-A8564958188B}" destId="{FF5EDB2C-442B-4AEE-A6F0-D9E1A2B90964}" srcOrd="0" destOrd="0" presId="urn:microsoft.com/office/officeart/2018/2/layout/IconCircleList"/>
    <dgm:cxn modelId="{1F345C0C-B34C-428F-B926-FE59C4EF9649}" srcId="{9EE9C7CE-80B4-4092-ADD5-A8EF51352C48}" destId="{4F88BFBC-D3D6-4FFA-A17D-8CB0BA203EF0}" srcOrd="4" destOrd="0" parTransId="{6036C5D7-0935-4054-A381-D87A144AC18D}" sibTransId="{7505E6AE-5C67-4CAF-941E-925B8B23E22B}"/>
    <dgm:cxn modelId="{B4873D0E-F5A2-45C4-8F64-3DC4B6780A5F}" type="presOf" srcId="{17EE7E5E-72EA-4045-99C9-F72EB1DFFB12}" destId="{D15E35DB-7868-4F70-A017-11A9EB5CDD97}" srcOrd="0" destOrd="0" presId="urn:microsoft.com/office/officeart/2018/2/layout/IconCircleList"/>
    <dgm:cxn modelId="{722CF916-B573-4A36-80C3-CB3EC94D6FF4}" type="presOf" srcId="{AF4F9CC7-EA28-4D7C-BBDD-A810AA2BEF6F}" destId="{C71C9043-577C-4E3D-90F3-51DB9590B3F4}" srcOrd="0" destOrd="0" presId="urn:microsoft.com/office/officeart/2018/2/layout/IconCircleList"/>
    <dgm:cxn modelId="{734EEA22-1534-4987-8A83-BEBBF77CF83C}" type="presOf" srcId="{DFDC5D7D-3462-41F4-BF28-928B93B0BC27}" destId="{DFBCABB5-B103-4E2B-BB22-F6A934120CC1}" srcOrd="0" destOrd="0" presId="urn:microsoft.com/office/officeart/2018/2/layout/IconCircleList"/>
    <dgm:cxn modelId="{51D8FF3C-F4E0-4EA0-80F7-394882604458}" type="presOf" srcId="{4F88BFBC-D3D6-4FFA-A17D-8CB0BA203EF0}" destId="{41952DD2-64CC-4A56-9A0E-3F75B8AE06E6}" srcOrd="0" destOrd="0" presId="urn:microsoft.com/office/officeart/2018/2/layout/IconCircleList"/>
    <dgm:cxn modelId="{B5201743-B896-497D-BD5B-98B40AF2F69E}" srcId="{9EE9C7CE-80B4-4092-ADD5-A8EF51352C48}" destId="{03855429-3CF0-4251-92D5-E78F216C9FA2}" srcOrd="5" destOrd="0" parTransId="{2C31B02E-D53B-4D96-B73F-460F7921EC45}" sibTransId="{277DBCEC-8CC4-47A0-9594-81259C83631A}"/>
    <dgm:cxn modelId="{961D3446-C6D0-4774-9E81-CD13D61E039A}" srcId="{9EE9C7CE-80B4-4092-ADD5-A8EF51352C48}" destId="{A788925E-5D66-4717-BF5D-44179F797B31}" srcOrd="1" destOrd="0" parTransId="{ADEF1334-3AFD-4C24-8A73-554E14B6062E}" sibTransId="{17EE7E5E-72EA-4045-99C9-F72EB1DFFB12}"/>
    <dgm:cxn modelId="{53FB6655-C04C-44F0-9E56-A478715CF73C}" type="presOf" srcId="{03855429-3CF0-4251-92D5-E78F216C9FA2}" destId="{C3E7D65E-83F5-4BC7-B620-27E6BDA21F30}" srcOrd="0" destOrd="0" presId="urn:microsoft.com/office/officeart/2018/2/layout/IconCircleList"/>
    <dgm:cxn modelId="{32720D77-CC36-4BCF-99C0-E81663F49410}" srcId="{9EE9C7CE-80B4-4092-ADD5-A8EF51352C48}" destId="{C7E0CECD-B929-4D7C-BA02-FB7E1FD95B99}" srcOrd="6" destOrd="0" parTransId="{B020E8A9-D957-4037-AA76-5E54D194DB91}" sibTransId="{D89B3A15-9C8D-42DC-9FA9-F13A01677F1C}"/>
    <dgm:cxn modelId="{372B0658-AFB5-48AE-939A-564F3ACD9611}" srcId="{9EE9C7CE-80B4-4092-ADD5-A8EF51352C48}" destId="{668D3E9D-A2E6-419F-B62C-7CCF8DD250AA}" srcOrd="3" destOrd="0" parTransId="{55A8CC35-7043-46E2-A3E3-B0388BB076D1}" sibTransId="{BAB0BA12-F8FD-4DF3-BF61-A8564958188B}"/>
    <dgm:cxn modelId="{B68ADA7E-B2A0-4B9B-AEBD-910CAA1797D2}" type="presOf" srcId="{A788925E-5D66-4717-BF5D-44179F797B31}" destId="{8DAFBE72-8C63-4B10-8DE8-964DF6AB4008}" srcOrd="0" destOrd="0" presId="urn:microsoft.com/office/officeart/2018/2/layout/IconCircleList"/>
    <dgm:cxn modelId="{85B76E89-4471-4730-A5AC-6C100375ED34}" type="presOf" srcId="{9EE9C7CE-80B4-4092-ADD5-A8EF51352C48}" destId="{5107B617-F5A1-4D4B-8AA0-69964C43BEA1}" srcOrd="0" destOrd="0" presId="urn:microsoft.com/office/officeart/2018/2/layout/IconCircleList"/>
    <dgm:cxn modelId="{8B1B7F92-BC54-4698-9A34-8ECE6FED69E0}" type="presOf" srcId="{C7E0CECD-B929-4D7C-BA02-FB7E1FD95B99}" destId="{B0A8EF7A-0983-4094-82C6-F3718D943E42}" srcOrd="0" destOrd="0" presId="urn:microsoft.com/office/officeart/2018/2/layout/IconCircleList"/>
    <dgm:cxn modelId="{9897B4C4-2EC3-4F12-BAF2-9BE32AC20DCC}" type="presOf" srcId="{668D3E9D-A2E6-419F-B62C-7CCF8DD250AA}" destId="{93F07C41-12CC-4D0D-83C7-B2C31E6AE8D3}" srcOrd="0" destOrd="0" presId="urn:microsoft.com/office/officeart/2018/2/layout/IconCircleList"/>
    <dgm:cxn modelId="{E9AEB8C9-EA28-4E3A-8F9B-3A1B35DA681F}" type="presOf" srcId="{CF528A34-9549-4297-ABEF-0590F67087FF}" destId="{215B24E1-28D8-4707-B13C-71210AF0384B}" srcOrd="0" destOrd="0" presId="urn:microsoft.com/office/officeart/2018/2/layout/IconCircleList"/>
    <dgm:cxn modelId="{FFEA8ACE-E872-43F4-9368-58CE1C298902}" type="presOf" srcId="{277DBCEC-8CC4-47A0-9594-81259C83631A}" destId="{393BF895-4F15-47ED-B7F3-FDE29FD26C53}" srcOrd="0" destOrd="0" presId="urn:microsoft.com/office/officeart/2018/2/layout/IconCircleList"/>
    <dgm:cxn modelId="{727659DA-E482-4548-B7E5-37483AB456A0}" type="presOf" srcId="{7505E6AE-5C67-4CAF-941E-925B8B23E22B}" destId="{BBBECCA7-FAE2-4C0C-B6EF-0DCB6CAA401C}" srcOrd="0" destOrd="0" presId="urn:microsoft.com/office/officeart/2018/2/layout/IconCircleList"/>
    <dgm:cxn modelId="{905380EF-5F6A-453D-AAF1-21FB650CEC4E}" type="presOf" srcId="{7669469F-42F5-4E43-A42D-A3817FDE90B1}" destId="{047B1D8C-FE34-436F-A6B5-1A5CA6902C06}" srcOrd="0" destOrd="0" presId="urn:microsoft.com/office/officeart/2018/2/layout/IconCircleList"/>
    <dgm:cxn modelId="{AF43A2F6-4AE2-4441-9A4F-730D651C0194}" srcId="{9EE9C7CE-80B4-4092-ADD5-A8EF51352C48}" destId="{CF528A34-9549-4297-ABEF-0590F67087FF}" srcOrd="0" destOrd="0" parTransId="{EC0732BC-8A64-4652-AC12-581353F3D088}" sibTransId="{7669469F-42F5-4E43-A42D-A3817FDE90B1}"/>
    <dgm:cxn modelId="{E59C73A5-F7B8-4BE1-8551-A3DDC5589E65}" type="presParOf" srcId="{5107B617-F5A1-4D4B-8AA0-69964C43BEA1}" destId="{516BDF08-2243-4335-ACA4-5AB6DF074B25}" srcOrd="0" destOrd="0" presId="urn:microsoft.com/office/officeart/2018/2/layout/IconCircleList"/>
    <dgm:cxn modelId="{A29CCD2F-D565-4231-889E-A7B7218B9329}" type="presParOf" srcId="{516BDF08-2243-4335-ACA4-5AB6DF074B25}" destId="{5421A74D-58F5-407C-8569-20D3B7895C54}" srcOrd="0" destOrd="0" presId="urn:microsoft.com/office/officeart/2018/2/layout/IconCircleList"/>
    <dgm:cxn modelId="{350EAA11-C93E-4D0C-ABAD-3467080AC260}" type="presParOf" srcId="{5421A74D-58F5-407C-8569-20D3B7895C54}" destId="{5FB32608-3FD5-4136-9D6E-22F58ADD0D8B}" srcOrd="0" destOrd="0" presId="urn:microsoft.com/office/officeart/2018/2/layout/IconCircleList"/>
    <dgm:cxn modelId="{47DC404E-598B-49AC-89F6-74205E2F3069}" type="presParOf" srcId="{5421A74D-58F5-407C-8569-20D3B7895C54}" destId="{7F7AC96E-34BE-42E9-BD14-95FEB8E155EF}" srcOrd="1" destOrd="0" presId="urn:microsoft.com/office/officeart/2018/2/layout/IconCircleList"/>
    <dgm:cxn modelId="{95316570-A831-4105-9219-B727771A0E5F}" type="presParOf" srcId="{5421A74D-58F5-407C-8569-20D3B7895C54}" destId="{15A6CF81-B275-4E76-85D4-372D77B44034}" srcOrd="2" destOrd="0" presId="urn:microsoft.com/office/officeart/2018/2/layout/IconCircleList"/>
    <dgm:cxn modelId="{4F5D32C7-C1B0-4AB8-9D32-7A6AC6173F08}" type="presParOf" srcId="{5421A74D-58F5-407C-8569-20D3B7895C54}" destId="{215B24E1-28D8-4707-B13C-71210AF0384B}" srcOrd="3" destOrd="0" presId="urn:microsoft.com/office/officeart/2018/2/layout/IconCircleList"/>
    <dgm:cxn modelId="{3426ECCF-5B2C-4224-B43B-E956E4309A70}" type="presParOf" srcId="{516BDF08-2243-4335-ACA4-5AB6DF074B25}" destId="{047B1D8C-FE34-436F-A6B5-1A5CA6902C06}" srcOrd="1" destOrd="0" presId="urn:microsoft.com/office/officeart/2018/2/layout/IconCircleList"/>
    <dgm:cxn modelId="{31A86417-9080-4A04-A110-B06D7E5AE284}" type="presParOf" srcId="{516BDF08-2243-4335-ACA4-5AB6DF074B25}" destId="{6827F817-F151-48F3-B013-9AF91C06E05F}" srcOrd="2" destOrd="0" presId="urn:microsoft.com/office/officeart/2018/2/layout/IconCircleList"/>
    <dgm:cxn modelId="{4089B6BB-EA77-446F-A588-2617437F6CE7}" type="presParOf" srcId="{6827F817-F151-48F3-B013-9AF91C06E05F}" destId="{22F23658-9064-4BC8-BBF4-54109D7CCD01}" srcOrd="0" destOrd="0" presId="urn:microsoft.com/office/officeart/2018/2/layout/IconCircleList"/>
    <dgm:cxn modelId="{4686D15C-3556-43CD-B5EB-F8FF282B0D9B}" type="presParOf" srcId="{6827F817-F151-48F3-B013-9AF91C06E05F}" destId="{BEBD47CA-2BA5-4C77-8DF6-2EBB09138020}" srcOrd="1" destOrd="0" presId="urn:microsoft.com/office/officeart/2018/2/layout/IconCircleList"/>
    <dgm:cxn modelId="{B6E32DF8-D8A5-45FF-A0EB-58DD33349621}" type="presParOf" srcId="{6827F817-F151-48F3-B013-9AF91C06E05F}" destId="{6379B056-A62A-458C-87AD-99D150D1C60F}" srcOrd="2" destOrd="0" presId="urn:microsoft.com/office/officeart/2018/2/layout/IconCircleList"/>
    <dgm:cxn modelId="{DF9EB1AE-FA8F-4CC3-A57F-D9BF6668F43B}" type="presParOf" srcId="{6827F817-F151-48F3-B013-9AF91C06E05F}" destId="{8DAFBE72-8C63-4B10-8DE8-964DF6AB4008}" srcOrd="3" destOrd="0" presId="urn:microsoft.com/office/officeart/2018/2/layout/IconCircleList"/>
    <dgm:cxn modelId="{B997EC03-2495-4A6A-80FE-973FD4F4B8B4}" type="presParOf" srcId="{516BDF08-2243-4335-ACA4-5AB6DF074B25}" destId="{D15E35DB-7868-4F70-A017-11A9EB5CDD97}" srcOrd="3" destOrd="0" presId="urn:microsoft.com/office/officeart/2018/2/layout/IconCircleList"/>
    <dgm:cxn modelId="{8C3AF732-2D10-4E84-B604-E6A2801D9515}" type="presParOf" srcId="{516BDF08-2243-4335-ACA4-5AB6DF074B25}" destId="{3FD96D43-844D-41B1-BA86-A111E9890539}" srcOrd="4" destOrd="0" presId="urn:microsoft.com/office/officeart/2018/2/layout/IconCircleList"/>
    <dgm:cxn modelId="{8389B7BA-32AC-4C43-A352-0AAB8463EA6B}" type="presParOf" srcId="{3FD96D43-844D-41B1-BA86-A111E9890539}" destId="{FE02429F-9354-4B65-8661-50ACD9D79CA0}" srcOrd="0" destOrd="0" presId="urn:microsoft.com/office/officeart/2018/2/layout/IconCircleList"/>
    <dgm:cxn modelId="{60C8EF49-A584-446E-9F34-FBAB7DECB18E}" type="presParOf" srcId="{3FD96D43-844D-41B1-BA86-A111E9890539}" destId="{1BCA94A9-D256-4E94-B949-049359F086EE}" srcOrd="1" destOrd="0" presId="urn:microsoft.com/office/officeart/2018/2/layout/IconCircleList"/>
    <dgm:cxn modelId="{AFCC3051-524E-46C0-8869-5DAB336A125D}" type="presParOf" srcId="{3FD96D43-844D-41B1-BA86-A111E9890539}" destId="{289F0419-AC54-4840-AACD-C178E8939911}" srcOrd="2" destOrd="0" presId="urn:microsoft.com/office/officeart/2018/2/layout/IconCircleList"/>
    <dgm:cxn modelId="{B09CC714-DCFF-4ADF-9F06-2328D908C363}" type="presParOf" srcId="{3FD96D43-844D-41B1-BA86-A111E9890539}" destId="{DFBCABB5-B103-4E2B-BB22-F6A934120CC1}" srcOrd="3" destOrd="0" presId="urn:microsoft.com/office/officeart/2018/2/layout/IconCircleList"/>
    <dgm:cxn modelId="{4FC0C504-4F54-48D4-9F4E-4993EF8FC24A}" type="presParOf" srcId="{516BDF08-2243-4335-ACA4-5AB6DF074B25}" destId="{C71C9043-577C-4E3D-90F3-51DB9590B3F4}" srcOrd="5" destOrd="0" presId="urn:microsoft.com/office/officeart/2018/2/layout/IconCircleList"/>
    <dgm:cxn modelId="{157154FA-606F-4760-B7AE-3572A08B4AA4}" type="presParOf" srcId="{516BDF08-2243-4335-ACA4-5AB6DF074B25}" destId="{1C635330-350B-43DE-8D5E-CF8F65312C45}" srcOrd="6" destOrd="0" presId="urn:microsoft.com/office/officeart/2018/2/layout/IconCircleList"/>
    <dgm:cxn modelId="{A14E50C9-C236-43E8-B74F-8B4A8BD4147B}" type="presParOf" srcId="{1C635330-350B-43DE-8D5E-CF8F65312C45}" destId="{4E216170-6AEA-462D-A04E-15465EA98E3D}" srcOrd="0" destOrd="0" presId="urn:microsoft.com/office/officeart/2018/2/layout/IconCircleList"/>
    <dgm:cxn modelId="{5080216A-D0D3-4B09-BE8A-509BEC326955}" type="presParOf" srcId="{1C635330-350B-43DE-8D5E-CF8F65312C45}" destId="{0AAD1D2E-4D1D-4C85-B6DA-7EC2CBF73283}" srcOrd="1" destOrd="0" presId="urn:microsoft.com/office/officeart/2018/2/layout/IconCircleList"/>
    <dgm:cxn modelId="{B24A0AC7-629B-4226-A514-A5F90DFC1785}" type="presParOf" srcId="{1C635330-350B-43DE-8D5E-CF8F65312C45}" destId="{B8E0BD07-1FC9-4D59-98F9-8035A6C5C5B2}" srcOrd="2" destOrd="0" presId="urn:microsoft.com/office/officeart/2018/2/layout/IconCircleList"/>
    <dgm:cxn modelId="{8FDF761C-7011-430F-8475-B5DC3A0E9220}" type="presParOf" srcId="{1C635330-350B-43DE-8D5E-CF8F65312C45}" destId="{93F07C41-12CC-4D0D-83C7-B2C31E6AE8D3}" srcOrd="3" destOrd="0" presId="urn:microsoft.com/office/officeart/2018/2/layout/IconCircleList"/>
    <dgm:cxn modelId="{0033A884-5413-4488-9230-4DFCDF2F9928}" type="presParOf" srcId="{516BDF08-2243-4335-ACA4-5AB6DF074B25}" destId="{FF5EDB2C-442B-4AEE-A6F0-D9E1A2B90964}" srcOrd="7" destOrd="0" presId="urn:microsoft.com/office/officeart/2018/2/layout/IconCircleList"/>
    <dgm:cxn modelId="{C137B924-76D1-416E-836C-C6BAE3EF58A3}" type="presParOf" srcId="{516BDF08-2243-4335-ACA4-5AB6DF074B25}" destId="{26239E84-0875-429A-A2A0-6768EB1A2D59}" srcOrd="8" destOrd="0" presId="urn:microsoft.com/office/officeart/2018/2/layout/IconCircleList"/>
    <dgm:cxn modelId="{D24930E2-1CE6-4364-AAC5-0AEDAE619AE2}" type="presParOf" srcId="{26239E84-0875-429A-A2A0-6768EB1A2D59}" destId="{AE660D42-85A4-4A2A-9CCB-F0FCBAF518DD}" srcOrd="0" destOrd="0" presId="urn:microsoft.com/office/officeart/2018/2/layout/IconCircleList"/>
    <dgm:cxn modelId="{84419CD3-2190-46D0-A397-8F0B2ED4D5E3}" type="presParOf" srcId="{26239E84-0875-429A-A2A0-6768EB1A2D59}" destId="{E7FB50B4-9189-4E7D-BB20-B926776459C0}" srcOrd="1" destOrd="0" presId="urn:microsoft.com/office/officeart/2018/2/layout/IconCircleList"/>
    <dgm:cxn modelId="{FADE2C6F-F342-4A7F-B7A8-B652EBA17026}" type="presParOf" srcId="{26239E84-0875-429A-A2A0-6768EB1A2D59}" destId="{F979D0D4-CFCB-48B5-8E18-941D75343CF0}" srcOrd="2" destOrd="0" presId="urn:microsoft.com/office/officeart/2018/2/layout/IconCircleList"/>
    <dgm:cxn modelId="{5AAF5470-4558-489F-856D-6A03AA7A3F2B}" type="presParOf" srcId="{26239E84-0875-429A-A2A0-6768EB1A2D59}" destId="{41952DD2-64CC-4A56-9A0E-3F75B8AE06E6}" srcOrd="3" destOrd="0" presId="urn:microsoft.com/office/officeart/2018/2/layout/IconCircleList"/>
    <dgm:cxn modelId="{4A3EF858-20AD-4EDF-AE4B-8BAE36EB30B8}" type="presParOf" srcId="{516BDF08-2243-4335-ACA4-5AB6DF074B25}" destId="{BBBECCA7-FAE2-4C0C-B6EF-0DCB6CAA401C}" srcOrd="9" destOrd="0" presId="urn:microsoft.com/office/officeart/2018/2/layout/IconCircleList"/>
    <dgm:cxn modelId="{93A4CF75-646D-4373-A0AB-5CC4442B5301}" type="presParOf" srcId="{516BDF08-2243-4335-ACA4-5AB6DF074B25}" destId="{81CE80BF-003D-4810-8E0B-FCAEA47C354E}" srcOrd="10" destOrd="0" presId="urn:microsoft.com/office/officeart/2018/2/layout/IconCircleList"/>
    <dgm:cxn modelId="{743D9D21-051D-4008-B183-59B04B725454}" type="presParOf" srcId="{81CE80BF-003D-4810-8E0B-FCAEA47C354E}" destId="{C721C31D-E4A6-4731-A54B-BD9FD7ED896B}" srcOrd="0" destOrd="0" presId="urn:microsoft.com/office/officeart/2018/2/layout/IconCircleList"/>
    <dgm:cxn modelId="{0C712992-CC53-4A6C-8DA5-D5DC48B2ED39}" type="presParOf" srcId="{81CE80BF-003D-4810-8E0B-FCAEA47C354E}" destId="{65340308-579C-4EAE-96FE-FCF45E439EC6}" srcOrd="1" destOrd="0" presId="urn:microsoft.com/office/officeart/2018/2/layout/IconCircleList"/>
    <dgm:cxn modelId="{34A213A4-18A4-4DC8-8821-EC9172633448}" type="presParOf" srcId="{81CE80BF-003D-4810-8E0B-FCAEA47C354E}" destId="{22F629F7-2CC9-4722-8C7E-A8F169F04B46}" srcOrd="2" destOrd="0" presId="urn:microsoft.com/office/officeart/2018/2/layout/IconCircleList"/>
    <dgm:cxn modelId="{E89FBCBF-1326-411B-BE70-81306CC1BDF3}" type="presParOf" srcId="{81CE80BF-003D-4810-8E0B-FCAEA47C354E}" destId="{C3E7D65E-83F5-4BC7-B620-27E6BDA21F30}" srcOrd="3" destOrd="0" presId="urn:microsoft.com/office/officeart/2018/2/layout/IconCircleList"/>
    <dgm:cxn modelId="{CAA91FEE-FF60-4FF4-9978-94A3B201BE13}" type="presParOf" srcId="{516BDF08-2243-4335-ACA4-5AB6DF074B25}" destId="{393BF895-4F15-47ED-B7F3-FDE29FD26C53}" srcOrd="11" destOrd="0" presId="urn:microsoft.com/office/officeart/2018/2/layout/IconCircleList"/>
    <dgm:cxn modelId="{75573280-8177-46C9-868A-1D14D2EC91DD}" type="presParOf" srcId="{516BDF08-2243-4335-ACA4-5AB6DF074B25}" destId="{D5165A04-F76A-4F21-A68A-1D3E3C4CEF1D}" srcOrd="12" destOrd="0" presId="urn:microsoft.com/office/officeart/2018/2/layout/IconCircleList"/>
    <dgm:cxn modelId="{7B1925D9-4BFE-45D3-A098-D0DAE93C5170}" type="presParOf" srcId="{D5165A04-F76A-4F21-A68A-1D3E3C4CEF1D}" destId="{B0A87AAB-4B8A-4A9E-B852-2E61B7E2B153}" srcOrd="0" destOrd="0" presId="urn:microsoft.com/office/officeart/2018/2/layout/IconCircleList"/>
    <dgm:cxn modelId="{1D93E756-846C-4689-9C4C-342FBC3F7A09}" type="presParOf" srcId="{D5165A04-F76A-4F21-A68A-1D3E3C4CEF1D}" destId="{4054CD87-DC28-4FCC-BBAC-65B44D94D900}" srcOrd="1" destOrd="0" presId="urn:microsoft.com/office/officeart/2018/2/layout/IconCircleList"/>
    <dgm:cxn modelId="{FC724577-33C0-4A18-A1AE-C4462F90A333}" type="presParOf" srcId="{D5165A04-F76A-4F21-A68A-1D3E3C4CEF1D}" destId="{2AC6BC57-7A1E-4F7C-822C-D4F91A6A3C08}" srcOrd="2" destOrd="0" presId="urn:microsoft.com/office/officeart/2018/2/layout/IconCircleList"/>
    <dgm:cxn modelId="{12808965-A316-47C8-A8B8-0EFB6968E8D4}" type="presParOf" srcId="{D5165A04-F76A-4F21-A68A-1D3E3C4CEF1D}" destId="{B0A8EF7A-0983-4094-82C6-F3718D943E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8C25B7-C304-4740-8E81-DB299B328A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E63D15-42D8-4156-BF74-73C8616677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</a:t>
          </a:r>
          <a:r>
            <a:rPr lang="en-US" b="1"/>
            <a:t>Total Downtime</a:t>
          </a:r>
          <a:r>
            <a:rPr lang="en-US"/>
            <a:t>?</a:t>
          </a:r>
        </a:p>
      </dgm:t>
    </dgm:pt>
    <dgm:pt modelId="{0ED513CA-A0B4-4331-AFD5-28A9656614FB}" type="parTrans" cxnId="{3D30A93E-BCD6-4648-A351-240168468D50}">
      <dgm:prSet/>
      <dgm:spPr/>
      <dgm:t>
        <a:bodyPr/>
        <a:lstStyle/>
        <a:p>
          <a:endParaRPr lang="en-US"/>
        </a:p>
      </dgm:t>
    </dgm:pt>
    <dgm:pt modelId="{B89104C6-B434-44C8-8032-8D7F3C573F54}" type="sibTrans" cxnId="{3D30A93E-BCD6-4648-A351-240168468D50}">
      <dgm:prSet/>
      <dgm:spPr/>
      <dgm:t>
        <a:bodyPr/>
        <a:lstStyle/>
        <a:p>
          <a:endParaRPr lang="en-US"/>
        </a:p>
      </dgm:t>
    </dgm:pt>
    <dgm:pt modelId="{054484FC-6D9E-464E-BC69-7C2251C2D7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many downtime incidents?</a:t>
          </a:r>
        </a:p>
      </dgm:t>
    </dgm:pt>
    <dgm:pt modelId="{C9084A13-E38E-4E4D-B2BD-20FEB4FAC790}" type="parTrans" cxnId="{CBE3E20F-3688-40DF-A24F-23BC6F0FF93A}">
      <dgm:prSet/>
      <dgm:spPr/>
      <dgm:t>
        <a:bodyPr/>
        <a:lstStyle/>
        <a:p>
          <a:endParaRPr lang="en-US"/>
        </a:p>
      </dgm:t>
    </dgm:pt>
    <dgm:pt modelId="{96628B98-E0C8-4326-949E-3F3A77E570E4}" type="sibTrans" cxnId="{CBE3E20F-3688-40DF-A24F-23BC6F0FF93A}">
      <dgm:prSet/>
      <dgm:spPr/>
      <dgm:t>
        <a:bodyPr/>
        <a:lstStyle/>
        <a:p>
          <a:endParaRPr lang="en-US"/>
        </a:p>
      </dgm:t>
    </dgm:pt>
    <dgm:pt modelId="{C226C573-8142-4828-A589-1E3E3F8906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average duration of downtime per event?</a:t>
          </a:r>
        </a:p>
      </dgm:t>
    </dgm:pt>
    <dgm:pt modelId="{7826825B-0593-4C7C-9DD8-235C1985F7D7}" type="parTrans" cxnId="{4FD406EF-3F59-4262-B966-2C9F5D6C10CB}">
      <dgm:prSet/>
      <dgm:spPr/>
      <dgm:t>
        <a:bodyPr/>
        <a:lstStyle/>
        <a:p>
          <a:endParaRPr lang="en-US"/>
        </a:p>
      </dgm:t>
    </dgm:pt>
    <dgm:pt modelId="{24AE055E-B147-42DC-9254-75AFE6471C8C}" type="sibTrans" cxnId="{4FD406EF-3F59-4262-B966-2C9F5D6C10CB}">
      <dgm:prSet/>
      <dgm:spPr/>
      <dgm:t>
        <a:bodyPr/>
        <a:lstStyle/>
        <a:p>
          <a:endParaRPr lang="en-US"/>
        </a:p>
      </dgm:t>
    </dgm:pt>
    <dgm:pt modelId="{C73DC323-A01B-47DB-A061-A8E94130B58C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B5398367-7321-4A53-BDAD-7E284C18C49C}" type="parTrans" cxnId="{0A915180-859D-4FC8-8CED-FB0D173EA2C2}">
      <dgm:prSet/>
      <dgm:spPr/>
      <dgm:t>
        <a:bodyPr/>
        <a:lstStyle/>
        <a:p>
          <a:endParaRPr lang="en-US"/>
        </a:p>
      </dgm:t>
    </dgm:pt>
    <dgm:pt modelId="{27CBC9D9-E716-4517-8A60-6461798D1FFB}" type="sibTrans" cxnId="{0A915180-859D-4FC8-8CED-FB0D173EA2C2}">
      <dgm:prSet/>
      <dgm:spPr/>
      <dgm:t>
        <a:bodyPr/>
        <a:lstStyle/>
        <a:p>
          <a:endParaRPr lang="en-US"/>
        </a:p>
      </dgm:t>
    </dgm:pt>
    <dgm:pt modelId="{9A21C115-DD14-4D8F-B403-F494C6EC4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are the </a:t>
          </a:r>
          <a:r>
            <a:rPr lang="en-US" b="1" dirty="0"/>
            <a:t>Top 3 recurring downtime root causes</a:t>
          </a:r>
          <a:r>
            <a:rPr lang="en-US" dirty="0"/>
            <a:t> to target for improvement?</a:t>
          </a:r>
        </a:p>
      </dgm:t>
    </dgm:pt>
    <dgm:pt modelId="{C5884E28-5B3B-4A90-BA67-FA5ACF66E7B9}" type="parTrans" cxnId="{960F261D-7596-4CE4-83A0-73795D5D47A9}">
      <dgm:prSet/>
      <dgm:spPr/>
      <dgm:t>
        <a:bodyPr/>
        <a:lstStyle/>
        <a:p>
          <a:endParaRPr lang="en-US"/>
        </a:p>
      </dgm:t>
    </dgm:pt>
    <dgm:pt modelId="{AA2AA379-D4DA-4178-A195-CE65810D6314}" type="sibTrans" cxnId="{960F261D-7596-4CE4-83A0-73795D5D47A9}">
      <dgm:prSet/>
      <dgm:spPr/>
      <dgm:t>
        <a:bodyPr/>
        <a:lstStyle/>
        <a:p>
          <a:endParaRPr lang="en-US"/>
        </a:p>
      </dgm:t>
    </dgm:pt>
    <dgm:pt modelId="{7EEEB4DD-307F-4EA6-B2A4-C9053A47F1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How does total downtime vary by month or week?</a:t>
          </a:r>
        </a:p>
      </dgm:t>
    </dgm:pt>
    <dgm:pt modelId="{9C6BCBAA-8BD1-4B3D-9F5B-E54BBA4EF239}" type="parTrans" cxnId="{A75AABCA-FF4C-4EE3-8A26-D9AE2F800B0B}">
      <dgm:prSet/>
      <dgm:spPr/>
      <dgm:t>
        <a:bodyPr/>
        <a:lstStyle/>
        <a:p>
          <a:endParaRPr lang="en-US"/>
        </a:p>
      </dgm:t>
    </dgm:pt>
    <dgm:pt modelId="{E3E75667-18B5-48ED-851A-00458A3788E9}" type="sibTrans" cxnId="{A75AABCA-FF4C-4EE3-8A26-D9AE2F800B0B}">
      <dgm:prSet/>
      <dgm:spPr/>
      <dgm:t>
        <a:bodyPr/>
        <a:lstStyle/>
        <a:p>
          <a:endParaRPr lang="en-US"/>
        </a:p>
      </dgm:t>
    </dgm:pt>
    <dgm:pt modelId="{37175A84-AEA1-4F9E-97C5-0A682A3028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During which shift or hour of the day does downtime occur most frequently?</a:t>
          </a:r>
        </a:p>
      </dgm:t>
    </dgm:pt>
    <dgm:pt modelId="{8BFC6269-219E-4A50-88C8-8E214817A68F}" type="parTrans" cxnId="{981B6F38-C04F-4607-A643-75A72B9DDD2C}">
      <dgm:prSet/>
      <dgm:spPr/>
      <dgm:t>
        <a:bodyPr/>
        <a:lstStyle/>
        <a:p>
          <a:endParaRPr lang="en-US"/>
        </a:p>
      </dgm:t>
    </dgm:pt>
    <dgm:pt modelId="{9658E8F2-0B59-42E7-AFF5-C69A7761B5FD}" type="sibTrans" cxnId="{981B6F38-C04F-4607-A643-75A72B9DDD2C}">
      <dgm:prSet/>
      <dgm:spPr/>
      <dgm:t>
        <a:bodyPr/>
        <a:lstStyle/>
        <a:p>
          <a:endParaRPr lang="en-US"/>
        </a:p>
      </dgm:t>
    </dgm:pt>
    <dgm:pt modelId="{20F80469-7B7E-4C51-93DD-E518BEE763E2}" type="pres">
      <dgm:prSet presAssocID="{678C25B7-C304-4740-8E81-DB299B328A3E}" presName="root" presStyleCnt="0">
        <dgm:presLayoutVars>
          <dgm:dir/>
          <dgm:resizeHandles val="exact"/>
        </dgm:presLayoutVars>
      </dgm:prSet>
      <dgm:spPr/>
    </dgm:pt>
    <dgm:pt modelId="{AD87865E-48E3-4253-9273-82DD7366F97D}" type="pres">
      <dgm:prSet presAssocID="{1FE63D15-42D8-4156-BF74-73C8616677C2}" presName="compNode" presStyleCnt="0"/>
      <dgm:spPr/>
    </dgm:pt>
    <dgm:pt modelId="{E8BEACE1-0081-4F87-8661-B1D5A527A94A}" type="pres">
      <dgm:prSet presAssocID="{1FE63D15-42D8-4156-BF74-73C8616677C2}" presName="bgRect" presStyleLbl="bgShp" presStyleIdx="0" presStyleCnt="7"/>
      <dgm:spPr/>
    </dgm:pt>
    <dgm:pt modelId="{EC9CAB7C-395A-4C0D-9198-5635F5B3C170}" type="pres">
      <dgm:prSet presAssocID="{1FE63D15-42D8-4156-BF74-73C8616677C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8138097-F341-4350-A875-5B5CBAA5F45A}" type="pres">
      <dgm:prSet presAssocID="{1FE63D15-42D8-4156-BF74-73C8616677C2}" presName="spaceRect" presStyleCnt="0"/>
      <dgm:spPr/>
    </dgm:pt>
    <dgm:pt modelId="{DB60E811-0C24-4E57-8AFB-4CB4F8F2562E}" type="pres">
      <dgm:prSet presAssocID="{1FE63D15-42D8-4156-BF74-73C8616677C2}" presName="parTx" presStyleLbl="revTx" presStyleIdx="0" presStyleCnt="7">
        <dgm:presLayoutVars>
          <dgm:chMax val="0"/>
          <dgm:chPref val="0"/>
        </dgm:presLayoutVars>
      </dgm:prSet>
      <dgm:spPr/>
    </dgm:pt>
    <dgm:pt modelId="{8721E104-6664-49F5-809E-5D84A2B977C0}" type="pres">
      <dgm:prSet presAssocID="{B89104C6-B434-44C8-8032-8D7F3C573F54}" presName="sibTrans" presStyleCnt="0"/>
      <dgm:spPr/>
    </dgm:pt>
    <dgm:pt modelId="{ADB2798A-29CC-42A7-84BB-D172FCF8F8D8}" type="pres">
      <dgm:prSet presAssocID="{054484FC-6D9E-464E-BC69-7C2251C2D767}" presName="compNode" presStyleCnt="0"/>
      <dgm:spPr/>
    </dgm:pt>
    <dgm:pt modelId="{82B2EFDA-56C8-46AD-838A-0720DE584367}" type="pres">
      <dgm:prSet presAssocID="{054484FC-6D9E-464E-BC69-7C2251C2D767}" presName="bgRect" presStyleLbl="bgShp" presStyleIdx="1" presStyleCnt="7"/>
      <dgm:spPr/>
    </dgm:pt>
    <dgm:pt modelId="{B45E67FB-7573-4993-B9D2-80646DD4C5EE}" type="pres">
      <dgm:prSet presAssocID="{054484FC-6D9E-464E-BC69-7C2251C2D76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667664FF-3186-47F1-9B47-A843CAF337C6}" type="pres">
      <dgm:prSet presAssocID="{054484FC-6D9E-464E-BC69-7C2251C2D767}" presName="spaceRect" presStyleCnt="0"/>
      <dgm:spPr/>
    </dgm:pt>
    <dgm:pt modelId="{B1B09383-58E9-42AE-98D5-6649F066C261}" type="pres">
      <dgm:prSet presAssocID="{054484FC-6D9E-464E-BC69-7C2251C2D767}" presName="parTx" presStyleLbl="revTx" presStyleIdx="1" presStyleCnt="7">
        <dgm:presLayoutVars>
          <dgm:chMax val="0"/>
          <dgm:chPref val="0"/>
        </dgm:presLayoutVars>
      </dgm:prSet>
      <dgm:spPr/>
    </dgm:pt>
    <dgm:pt modelId="{A36AB163-02F5-447D-A879-18B7F3D0A53C}" type="pres">
      <dgm:prSet presAssocID="{96628B98-E0C8-4326-949E-3F3A77E570E4}" presName="sibTrans" presStyleCnt="0"/>
      <dgm:spPr/>
    </dgm:pt>
    <dgm:pt modelId="{3C15EDFC-3001-4B8C-91FA-34B58DC3583E}" type="pres">
      <dgm:prSet presAssocID="{C226C573-8142-4828-A589-1E3E3F890659}" presName="compNode" presStyleCnt="0"/>
      <dgm:spPr/>
    </dgm:pt>
    <dgm:pt modelId="{6B867006-FD13-4C4F-BF2A-29F6A7DE3B0F}" type="pres">
      <dgm:prSet presAssocID="{C226C573-8142-4828-A589-1E3E3F890659}" presName="bgRect" presStyleLbl="bgShp" presStyleIdx="2" presStyleCnt="7"/>
      <dgm:spPr/>
    </dgm:pt>
    <dgm:pt modelId="{BB214A51-7C3F-4D5D-8B01-9F1E92CC63FD}" type="pres">
      <dgm:prSet presAssocID="{C226C573-8142-4828-A589-1E3E3F89065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763E164-A689-4911-A764-E004E2F01AEF}" type="pres">
      <dgm:prSet presAssocID="{C226C573-8142-4828-A589-1E3E3F890659}" presName="spaceRect" presStyleCnt="0"/>
      <dgm:spPr/>
    </dgm:pt>
    <dgm:pt modelId="{921A93A0-48CF-4635-A725-F9CB15DBA210}" type="pres">
      <dgm:prSet presAssocID="{C226C573-8142-4828-A589-1E3E3F890659}" presName="parTx" presStyleLbl="revTx" presStyleIdx="2" presStyleCnt="7">
        <dgm:presLayoutVars>
          <dgm:chMax val="0"/>
          <dgm:chPref val="0"/>
        </dgm:presLayoutVars>
      </dgm:prSet>
      <dgm:spPr/>
    </dgm:pt>
    <dgm:pt modelId="{393FE57D-CE56-4A9C-BAF9-5DCEBD2F2839}" type="pres">
      <dgm:prSet presAssocID="{24AE055E-B147-42DC-9254-75AFE6471C8C}" presName="sibTrans" presStyleCnt="0"/>
      <dgm:spPr/>
    </dgm:pt>
    <dgm:pt modelId="{533E5956-FFCF-4736-B738-6DEAC8B61189}" type="pres">
      <dgm:prSet presAssocID="{C73DC323-A01B-47DB-A061-A8E94130B58C}" presName="compNode" presStyleCnt="0"/>
      <dgm:spPr/>
    </dgm:pt>
    <dgm:pt modelId="{591F7619-9FCB-4064-B068-A8300461FADF}" type="pres">
      <dgm:prSet presAssocID="{C73DC323-A01B-47DB-A061-A8E94130B58C}" presName="bgRect" presStyleLbl="bgShp" presStyleIdx="3" presStyleCnt="7" custLinFactY="100000" custLinFactNeighborX="-45" custLinFactNeighborY="157144"/>
      <dgm:spPr/>
    </dgm:pt>
    <dgm:pt modelId="{92794F9A-324B-4874-9A59-D8B947157F1D}" type="pres">
      <dgm:prSet presAssocID="{C73DC323-A01B-47DB-A061-A8E94130B58C}" presName="iconRect" presStyleLbl="node1" presStyleIdx="3" presStyleCnt="7"/>
      <dgm:spPr/>
    </dgm:pt>
    <dgm:pt modelId="{F26EF0DE-9CA3-4830-8402-9225D8F342EC}" type="pres">
      <dgm:prSet presAssocID="{C73DC323-A01B-47DB-A061-A8E94130B58C}" presName="spaceRect" presStyleCnt="0"/>
      <dgm:spPr/>
    </dgm:pt>
    <dgm:pt modelId="{0CB9B1E6-9F9D-4571-8246-A39DEC4BE13F}" type="pres">
      <dgm:prSet presAssocID="{C73DC323-A01B-47DB-A061-A8E94130B58C}" presName="parTx" presStyleLbl="revTx" presStyleIdx="3" presStyleCnt="7">
        <dgm:presLayoutVars>
          <dgm:chMax val="0"/>
          <dgm:chPref val="0"/>
        </dgm:presLayoutVars>
      </dgm:prSet>
      <dgm:spPr/>
    </dgm:pt>
    <dgm:pt modelId="{B8E21C16-9A95-4C6D-9F43-B446884039DF}" type="pres">
      <dgm:prSet presAssocID="{27CBC9D9-E716-4517-8A60-6461798D1FFB}" presName="sibTrans" presStyleCnt="0"/>
      <dgm:spPr/>
    </dgm:pt>
    <dgm:pt modelId="{A1AE7CA9-98F5-4C58-9784-F6430C8283A2}" type="pres">
      <dgm:prSet presAssocID="{9A21C115-DD14-4D8F-B403-F494C6EC42F4}" presName="compNode" presStyleCnt="0"/>
      <dgm:spPr/>
    </dgm:pt>
    <dgm:pt modelId="{6697AAB1-6CAC-4D21-8721-7BE4A012B0FC}" type="pres">
      <dgm:prSet presAssocID="{9A21C115-DD14-4D8F-B403-F494C6EC42F4}" presName="bgRect" presStyleLbl="bgShp" presStyleIdx="4" presStyleCnt="7" custLinFactY="-29196" custLinFactNeighborY="-100000"/>
      <dgm:spPr/>
    </dgm:pt>
    <dgm:pt modelId="{F45FD073-92E8-47E3-8AB3-B788A79C9E23}" type="pres">
      <dgm:prSet presAssocID="{9A21C115-DD14-4D8F-B403-F494C6EC42F4}" presName="iconRect" presStyleLbl="node1" presStyleIdx="4" presStyleCnt="7" custLinFactY="-100000" custLinFactNeighborX="-6349" custLinFactNeighborY="-13172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4190AF55-2254-4D53-AEB2-65CF4FF1CC6C}" type="pres">
      <dgm:prSet presAssocID="{9A21C115-DD14-4D8F-B403-F494C6EC42F4}" presName="spaceRect" presStyleCnt="0"/>
      <dgm:spPr/>
    </dgm:pt>
    <dgm:pt modelId="{F697B850-49E2-48C1-ACDC-927B22C87CEA}" type="pres">
      <dgm:prSet presAssocID="{9A21C115-DD14-4D8F-B403-F494C6EC42F4}" presName="parTx" presStyleLbl="revTx" presStyleIdx="4" presStyleCnt="7" custLinFactY="-25704" custLinFactNeighborX="-86" custLinFactNeighborY="-100000">
        <dgm:presLayoutVars>
          <dgm:chMax val="0"/>
          <dgm:chPref val="0"/>
        </dgm:presLayoutVars>
      </dgm:prSet>
      <dgm:spPr/>
    </dgm:pt>
    <dgm:pt modelId="{6B398872-F501-4C3E-9851-ECBC35E426E4}" type="pres">
      <dgm:prSet presAssocID="{AA2AA379-D4DA-4178-A195-CE65810D6314}" presName="sibTrans" presStyleCnt="0"/>
      <dgm:spPr/>
    </dgm:pt>
    <dgm:pt modelId="{BC438F3A-F1D0-4C9C-A817-C9458BD03D31}" type="pres">
      <dgm:prSet presAssocID="{7EEEB4DD-307F-4EA6-B2A4-C9053A47F1A7}" presName="compNode" presStyleCnt="0"/>
      <dgm:spPr/>
    </dgm:pt>
    <dgm:pt modelId="{5BA33E05-4AF8-49EA-ABD8-5BB3F1B5CABD}" type="pres">
      <dgm:prSet presAssocID="{7EEEB4DD-307F-4EA6-B2A4-C9053A47F1A7}" presName="bgRect" presStyleLbl="bgShp" presStyleIdx="5" presStyleCnt="7" custLinFactY="-16169" custLinFactNeighborX="-89" custLinFactNeighborY="-100000"/>
      <dgm:spPr/>
    </dgm:pt>
    <dgm:pt modelId="{C3B44DC1-3633-432A-A316-E4FEE355177C}" type="pres">
      <dgm:prSet presAssocID="{7EEEB4DD-307F-4EA6-B2A4-C9053A47F1A7}" presName="iconRect" presStyleLbl="node1" presStyleIdx="5" presStyleCnt="7" custLinFactY="-100000" custLinFactNeighborX="-3510" custLinFactNeighborY="-11121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2ED267AE-7D7C-4935-9B37-91FA5BB6AC1B}" type="pres">
      <dgm:prSet presAssocID="{7EEEB4DD-307F-4EA6-B2A4-C9053A47F1A7}" presName="spaceRect" presStyleCnt="0"/>
      <dgm:spPr/>
    </dgm:pt>
    <dgm:pt modelId="{620925A8-13B1-45C5-B5AB-6F7332FABD9B}" type="pres">
      <dgm:prSet presAssocID="{7EEEB4DD-307F-4EA6-B2A4-C9053A47F1A7}" presName="parTx" presStyleLbl="revTx" presStyleIdx="5" presStyleCnt="7" custLinFactY="-16169" custLinFactNeighborX="-94" custLinFactNeighborY="-100000">
        <dgm:presLayoutVars>
          <dgm:chMax val="0"/>
          <dgm:chPref val="0"/>
        </dgm:presLayoutVars>
      </dgm:prSet>
      <dgm:spPr/>
    </dgm:pt>
    <dgm:pt modelId="{9E971C6A-82C6-4252-AF5C-3CDAD5D0D093}" type="pres">
      <dgm:prSet presAssocID="{E3E75667-18B5-48ED-851A-00458A3788E9}" presName="sibTrans" presStyleCnt="0"/>
      <dgm:spPr/>
    </dgm:pt>
    <dgm:pt modelId="{88877C1B-3034-4E21-9149-0C9B2F80FF0D}" type="pres">
      <dgm:prSet presAssocID="{37175A84-AEA1-4F9E-97C5-0A682A302892}" presName="compNode" presStyleCnt="0"/>
      <dgm:spPr/>
    </dgm:pt>
    <dgm:pt modelId="{6BA3A515-35ED-4DE2-8033-699DEAECF864}" type="pres">
      <dgm:prSet presAssocID="{37175A84-AEA1-4F9E-97C5-0A682A302892}" presName="bgRect" presStyleLbl="bgShp" presStyleIdx="6" presStyleCnt="7" custLinFactY="-3223" custLinFactNeighborX="1219" custLinFactNeighborY="-100000"/>
      <dgm:spPr/>
    </dgm:pt>
    <dgm:pt modelId="{00159C5F-0FBC-4957-9004-BC5C53B784C1}" type="pres">
      <dgm:prSet presAssocID="{37175A84-AEA1-4F9E-97C5-0A682A302892}" presName="iconRect" presStyleLbl="node1" presStyleIdx="6" presStyleCnt="7" custLinFactY="-81277" custLinFactNeighborX="-9910" custLinFactNeighborY="-100000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DFA1F6C6-5B08-495D-948C-12A12F3D16CF}" type="pres">
      <dgm:prSet presAssocID="{37175A84-AEA1-4F9E-97C5-0A682A302892}" presName="spaceRect" presStyleCnt="0"/>
      <dgm:spPr/>
    </dgm:pt>
    <dgm:pt modelId="{D5A1A559-ED82-4FB6-BA86-93C55BCB3850}" type="pres">
      <dgm:prSet presAssocID="{37175A84-AEA1-4F9E-97C5-0A682A302892}" presName="parTx" presStyleLbl="revTx" presStyleIdx="6" presStyleCnt="7" custLinFactY="-3223" custLinFactNeighborX="-1039" custLinFactNeighborY="-100000">
        <dgm:presLayoutVars>
          <dgm:chMax val="0"/>
          <dgm:chPref val="0"/>
        </dgm:presLayoutVars>
      </dgm:prSet>
      <dgm:spPr/>
    </dgm:pt>
  </dgm:ptLst>
  <dgm:cxnLst>
    <dgm:cxn modelId="{CBE3E20F-3688-40DF-A24F-23BC6F0FF93A}" srcId="{678C25B7-C304-4740-8E81-DB299B328A3E}" destId="{054484FC-6D9E-464E-BC69-7C2251C2D767}" srcOrd="1" destOrd="0" parTransId="{C9084A13-E38E-4E4D-B2BD-20FEB4FAC790}" sibTransId="{96628B98-E0C8-4326-949E-3F3A77E570E4}"/>
    <dgm:cxn modelId="{08FB8210-6327-45C1-9543-CE4BAF7C917F}" type="presOf" srcId="{C73DC323-A01B-47DB-A061-A8E94130B58C}" destId="{0CB9B1E6-9F9D-4571-8246-A39DEC4BE13F}" srcOrd="0" destOrd="0" presId="urn:microsoft.com/office/officeart/2018/2/layout/IconVerticalSolidList"/>
    <dgm:cxn modelId="{960F261D-7596-4CE4-83A0-73795D5D47A9}" srcId="{678C25B7-C304-4740-8E81-DB299B328A3E}" destId="{9A21C115-DD14-4D8F-B403-F494C6EC42F4}" srcOrd="4" destOrd="0" parTransId="{C5884E28-5B3B-4A90-BA67-FA5ACF66E7B9}" sibTransId="{AA2AA379-D4DA-4178-A195-CE65810D6314}"/>
    <dgm:cxn modelId="{2FF95432-2D60-43F6-8648-FDD7C3EA029E}" type="presOf" srcId="{37175A84-AEA1-4F9E-97C5-0A682A302892}" destId="{D5A1A559-ED82-4FB6-BA86-93C55BCB3850}" srcOrd="0" destOrd="0" presId="urn:microsoft.com/office/officeart/2018/2/layout/IconVerticalSolidList"/>
    <dgm:cxn modelId="{981B6F38-C04F-4607-A643-75A72B9DDD2C}" srcId="{678C25B7-C304-4740-8E81-DB299B328A3E}" destId="{37175A84-AEA1-4F9E-97C5-0A682A302892}" srcOrd="6" destOrd="0" parTransId="{8BFC6269-219E-4A50-88C8-8E214817A68F}" sibTransId="{9658E8F2-0B59-42E7-AFF5-C69A7761B5FD}"/>
    <dgm:cxn modelId="{FC0A3339-3FA4-460E-B4A8-6EC790C16524}" type="presOf" srcId="{9A21C115-DD14-4D8F-B403-F494C6EC42F4}" destId="{F697B850-49E2-48C1-ACDC-927B22C87CEA}" srcOrd="0" destOrd="0" presId="urn:microsoft.com/office/officeart/2018/2/layout/IconVerticalSolidList"/>
    <dgm:cxn modelId="{6CF35B3A-37C1-4260-BB53-968D8F8FF336}" type="presOf" srcId="{C226C573-8142-4828-A589-1E3E3F890659}" destId="{921A93A0-48CF-4635-A725-F9CB15DBA210}" srcOrd="0" destOrd="0" presId="urn:microsoft.com/office/officeart/2018/2/layout/IconVerticalSolidList"/>
    <dgm:cxn modelId="{ED2D783D-5D1C-4CF9-8A25-23039724B7A7}" type="presOf" srcId="{7EEEB4DD-307F-4EA6-B2A4-C9053A47F1A7}" destId="{620925A8-13B1-45C5-B5AB-6F7332FABD9B}" srcOrd="0" destOrd="0" presId="urn:microsoft.com/office/officeart/2018/2/layout/IconVerticalSolidList"/>
    <dgm:cxn modelId="{3D30A93E-BCD6-4648-A351-240168468D50}" srcId="{678C25B7-C304-4740-8E81-DB299B328A3E}" destId="{1FE63D15-42D8-4156-BF74-73C8616677C2}" srcOrd="0" destOrd="0" parTransId="{0ED513CA-A0B4-4331-AFD5-28A9656614FB}" sibTransId="{B89104C6-B434-44C8-8032-8D7F3C573F54}"/>
    <dgm:cxn modelId="{4E923562-C264-4394-9316-B0C61C1D0B35}" type="presOf" srcId="{054484FC-6D9E-464E-BC69-7C2251C2D767}" destId="{B1B09383-58E9-42AE-98D5-6649F066C261}" srcOrd="0" destOrd="0" presId="urn:microsoft.com/office/officeart/2018/2/layout/IconVerticalSolidList"/>
    <dgm:cxn modelId="{0A915180-859D-4FC8-8CED-FB0D173EA2C2}" srcId="{678C25B7-C304-4740-8E81-DB299B328A3E}" destId="{C73DC323-A01B-47DB-A061-A8E94130B58C}" srcOrd="3" destOrd="0" parTransId="{B5398367-7321-4A53-BDAD-7E284C18C49C}" sibTransId="{27CBC9D9-E716-4517-8A60-6461798D1FFB}"/>
    <dgm:cxn modelId="{A75AABCA-FF4C-4EE3-8A26-D9AE2F800B0B}" srcId="{678C25B7-C304-4740-8E81-DB299B328A3E}" destId="{7EEEB4DD-307F-4EA6-B2A4-C9053A47F1A7}" srcOrd="5" destOrd="0" parTransId="{9C6BCBAA-8BD1-4B3D-9F5B-E54BBA4EF239}" sibTransId="{E3E75667-18B5-48ED-851A-00458A3788E9}"/>
    <dgm:cxn modelId="{7EB39AE4-2331-4948-BBF3-EC42F93B56AD}" type="presOf" srcId="{678C25B7-C304-4740-8E81-DB299B328A3E}" destId="{20F80469-7B7E-4C51-93DD-E518BEE763E2}" srcOrd="0" destOrd="0" presId="urn:microsoft.com/office/officeart/2018/2/layout/IconVerticalSolidList"/>
    <dgm:cxn modelId="{4FD406EF-3F59-4262-B966-2C9F5D6C10CB}" srcId="{678C25B7-C304-4740-8E81-DB299B328A3E}" destId="{C226C573-8142-4828-A589-1E3E3F890659}" srcOrd="2" destOrd="0" parTransId="{7826825B-0593-4C7C-9DD8-235C1985F7D7}" sibTransId="{24AE055E-B147-42DC-9254-75AFE6471C8C}"/>
    <dgm:cxn modelId="{4C9393F2-B260-4653-92EB-A03F2CE2C70A}" type="presOf" srcId="{1FE63D15-42D8-4156-BF74-73C8616677C2}" destId="{DB60E811-0C24-4E57-8AFB-4CB4F8F2562E}" srcOrd="0" destOrd="0" presId="urn:microsoft.com/office/officeart/2018/2/layout/IconVerticalSolidList"/>
    <dgm:cxn modelId="{C63F55E3-63BE-484B-8484-C6AA4055653B}" type="presParOf" srcId="{20F80469-7B7E-4C51-93DD-E518BEE763E2}" destId="{AD87865E-48E3-4253-9273-82DD7366F97D}" srcOrd="0" destOrd="0" presId="urn:microsoft.com/office/officeart/2018/2/layout/IconVerticalSolidList"/>
    <dgm:cxn modelId="{A985F380-74DD-4902-812C-F0B6608F1803}" type="presParOf" srcId="{AD87865E-48E3-4253-9273-82DD7366F97D}" destId="{E8BEACE1-0081-4F87-8661-B1D5A527A94A}" srcOrd="0" destOrd="0" presId="urn:microsoft.com/office/officeart/2018/2/layout/IconVerticalSolidList"/>
    <dgm:cxn modelId="{4F000C64-AD14-4636-BF77-9713F131D7F5}" type="presParOf" srcId="{AD87865E-48E3-4253-9273-82DD7366F97D}" destId="{EC9CAB7C-395A-4C0D-9198-5635F5B3C170}" srcOrd="1" destOrd="0" presId="urn:microsoft.com/office/officeart/2018/2/layout/IconVerticalSolidList"/>
    <dgm:cxn modelId="{55C43A9F-5C48-4CF1-9C3E-776C19FBEC29}" type="presParOf" srcId="{AD87865E-48E3-4253-9273-82DD7366F97D}" destId="{58138097-F341-4350-A875-5B5CBAA5F45A}" srcOrd="2" destOrd="0" presId="urn:microsoft.com/office/officeart/2018/2/layout/IconVerticalSolidList"/>
    <dgm:cxn modelId="{A2B2A1E9-264D-4E20-816A-D4A029786255}" type="presParOf" srcId="{AD87865E-48E3-4253-9273-82DD7366F97D}" destId="{DB60E811-0C24-4E57-8AFB-4CB4F8F2562E}" srcOrd="3" destOrd="0" presId="urn:microsoft.com/office/officeart/2018/2/layout/IconVerticalSolidList"/>
    <dgm:cxn modelId="{4DB4CC97-7158-4C18-823F-775EB766F935}" type="presParOf" srcId="{20F80469-7B7E-4C51-93DD-E518BEE763E2}" destId="{8721E104-6664-49F5-809E-5D84A2B977C0}" srcOrd="1" destOrd="0" presId="urn:microsoft.com/office/officeart/2018/2/layout/IconVerticalSolidList"/>
    <dgm:cxn modelId="{9E376B91-E111-4F9A-9571-C86E64C85C5A}" type="presParOf" srcId="{20F80469-7B7E-4C51-93DD-E518BEE763E2}" destId="{ADB2798A-29CC-42A7-84BB-D172FCF8F8D8}" srcOrd="2" destOrd="0" presId="urn:microsoft.com/office/officeart/2018/2/layout/IconVerticalSolidList"/>
    <dgm:cxn modelId="{6ECDD9B4-3993-47C7-9350-DEE22DE8A810}" type="presParOf" srcId="{ADB2798A-29CC-42A7-84BB-D172FCF8F8D8}" destId="{82B2EFDA-56C8-46AD-838A-0720DE584367}" srcOrd="0" destOrd="0" presId="urn:microsoft.com/office/officeart/2018/2/layout/IconVerticalSolidList"/>
    <dgm:cxn modelId="{B2F610B0-AD0B-42FD-9612-40E31A7BE990}" type="presParOf" srcId="{ADB2798A-29CC-42A7-84BB-D172FCF8F8D8}" destId="{B45E67FB-7573-4993-B9D2-80646DD4C5EE}" srcOrd="1" destOrd="0" presId="urn:microsoft.com/office/officeart/2018/2/layout/IconVerticalSolidList"/>
    <dgm:cxn modelId="{7208EFF1-2A70-4BB1-8288-68CDD8B0C52C}" type="presParOf" srcId="{ADB2798A-29CC-42A7-84BB-D172FCF8F8D8}" destId="{667664FF-3186-47F1-9B47-A843CAF337C6}" srcOrd="2" destOrd="0" presId="urn:microsoft.com/office/officeart/2018/2/layout/IconVerticalSolidList"/>
    <dgm:cxn modelId="{091AD433-4B17-492E-87B3-A5EC1F02EFA3}" type="presParOf" srcId="{ADB2798A-29CC-42A7-84BB-D172FCF8F8D8}" destId="{B1B09383-58E9-42AE-98D5-6649F066C261}" srcOrd="3" destOrd="0" presId="urn:microsoft.com/office/officeart/2018/2/layout/IconVerticalSolidList"/>
    <dgm:cxn modelId="{067FFBA7-C387-4938-B25C-E282D6A9F559}" type="presParOf" srcId="{20F80469-7B7E-4C51-93DD-E518BEE763E2}" destId="{A36AB163-02F5-447D-A879-18B7F3D0A53C}" srcOrd="3" destOrd="0" presId="urn:microsoft.com/office/officeart/2018/2/layout/IconVerticalSolidList"/>
    <dgm:cxn modelId="{0CDF5598-4669-4841-B7DA-694695F5CBEF}" type="presParOf" srcId="{20F80469-7B7E-4C51-93DD-E518BEE763E2}" destId="{3C15EDFC-3001-4B8C-91FA-34B58DC3583E}" srcOrd="4" destOrd="0" presId="urn:microsoft.com/office/officeart/2018/2/layout/IconVerticalSolidList"/>
    <dgm:cxn modelId="{C4BE0E46-8FD9-41C8-AE05-2E0DCDF72088}" type="presParOf" srcId="{3C15EDFC-3001-4B8C-91FA-34B58DC3583E}" destId="{6B867006-FD13-4C4F-BF2A-29F6A7DE3B0F}" srcOrd="0" destOrd="0" presId="urn:microsoft.com/office/officeart/2018/2/layout/IconVerticalSolidList"/>
    <dgm:cxn modelId="{C2909173-7258-493A-8769-45B7B8B72C0F}" type="presParOf" srcId="{3C15EDFC-3001-4B8C-91FA-34B58DC3583E}" destId="{BB214A51-7C3F-4D5D-8B01-9F1E92CC63FD}" srcOrd="1" destOrd="0" presId="urn:microsoft.com/office/officeart/2018/2/layout/IconVerticalSolidList"/>
    <dgm:cxn modelId="{DFF5090A-0F1E-482D-8B4C-99148F1DA2EA}" type="presParOf" srcId="{3C15EDFC-3001-4B8C-91FA-34B58DC3583E}" destId="{1763E164-A689-4911-A764-E004E2F01AEF}" srcOrd="2" destOrd="0" presId="urn:microsoft.com/office/officeart/2018/2/layout/IconVerticalSolidList"/>
    <dgm:cxn modelId="{F86B033A-4267-475C-BB4A-B82A7DB59C76}" type="presParOf" srcId="{3C15EDFC-3001-4B8C-91FA-34B58DC3583E}" destId="{921A93A0-48CF-4635-A725-F9CB15DBA210}" srcOrd="3" destOrd="0" presId="urn:microsoft.com/office/officeart/2018/2/layout/IconVerticalSolidList"/>
    <dgm:cxn modelId="{4A727333-A338-469C-A2DB-7EA4DAAA4BFF}" type="presParOf" srcId="{20F80469-7B7E-4C51-93DD-E518BEE763E2}" destId="{393FE57D-CE56-4A9C-BAF9-5DCEBD2F2839}" srcOrd="5" destOrd="0" presId="urn:microsoft.com/office/officeart/2018/2/layout/IconVerticalSolidList"/>
    <dgm:cxn modelId="{E31455FF-84E7-4E8B-B4BE-174D8EBAB04E}" type="presParOf" srcId="{20F80469-7B7E-4C51-93DD-E518BEE763E2}" destId="{533E5956-FFCF-4736-B738-6DEAC8B61189}" srcOrd="6" destOrd="0" presId="urn:microsoft.com/office/officeart/2018/2/layout/IconVerticalSolidList"/>
    <dgm:cxn modelId="{49A44685-50B7-4834-AF4D-F6F13942A6CD}" type="presParOf" srcId="{533E5956-FFCF-4736-B738-6DEAC8B61189}" destId="{591F7619-9FCB-4064-B068-A8300461FADF}" srcOrd="0" destOrd="0" presId="urn:microsoft.com/office/officeart/2018/2/layout/IconVerticalSolidList"/>
    <dgm:cxn modelId="{5E091962-987B-48B6-B5DA-46AFC50D254F}" type="presParOf" srcId="{533E5956-FFCF-4736-B738-6DEAC8B61189}" destId="{92794F9A-324B-4874-9A59-D8B947157F1D}" srcOrd="1" destOrd="0" presId="urn:microsoft.com/office/officeart/2018/2/layout/IconVerticalSolidList"/>
    <dgm:cxn modelId="{0CEBD759-616A-4D00-89D6-DB4AEB682353}" type="presParOf" srcId="{533E5956-FFCF-4736-B738-6DEAC8B61189}" destId="{F26EF0DE-9CA3-4830-8402-9225D8F342EC}" srcOrd="2" destOrd="0" presId="urn:microsoft.com/office/officeart/2018/2/layout/IconVerticalSolidList"/>
    <dgm:cxn modelId="{87AAA48D-45C9-46B5-945E-393B90C4439D}" type="presParOf" srcId="{533E5956-FFCF-4736-B738-6DEAC8B61189}" destId="{0CB9B1E6-9F9D-4571-8246-A39DEC4BE13F}" srcOrd="3" destOrd="0" presId="urn:microsoft.com/office/officeart/2018/2/layout/IconVerticalSolidList"/>
    <dgm:cxn modelId="{DC8FD727-CAE8-4961-BC34-92A2EF5F0E78}" type="presParOf" srcId="{20F80469-7B7E-4C51-93DD-E518BEE763E2}" destId="{B8E21C16-9A95-4C6D-9F43-B446884039DF}" srcOrd="7" destOrd="0" presId="urn:microsoft.com/office/officeart/2018/2/layout/IconVerticalSolidList"/>
    <dgm:cxn modelId="{AD38C730-C03F-48C3-BCE7-A82766F25220}" type="presParOf" srcId="{20F80469-7B7E-4C51-93DD-E518BEE763E2}" destId="{A1AE7CA9-98F5-4C58-9784-F6430C8283A2}" srcOrd="8" destOrd="0" presId="urn:microsoft.com/office/officeart/2018/2/layout/IconVerticalSolidList"/>
    <dgm:cxn modelId="{7FA4CD1F-1383-433A-B5A1-9DC6F48A3E0E}" type="presParOf" srcId="{A1AE7CA9-98F5-4C58-9784-F6430C8283A2}" destId="{6697AAB1-6CAC-4D21-8721-7BE4A012B0FC}" srcOrd="0" destOrd="0" presId="urn:microsoft.com/office/officeart/2018/2/layout/IconVerticalSolidList"/>
    <dgm:cxn modelId="{FB1B6A02-BEAF-4561-841B-2CA91C2154A7}" type="presParOf" srcId="{A1AE7CA9-98F5-4C58-9784-F6430C8283A2}" destId="{F45FD073-92E8-47E3-8AB3-B788A79C9E23}" srcOrd="1" destOrd="0" presId="urn:microsoft.com/office/officeart/2018/2/layout/IconVerticalSolidList"/>
    <dgm:cxn modelId="{C0B2B2C4-C624-4CA5-9DCE-90EE8A0E561B}" type="presParOf" srcId="{A1AE7CA9-98F5-4C58-9784-F6430C8283A2}" destId="{4190AF55-2254-4D53-AEB2-65CF4FF1CC6C}" srcOrd="2" destOrd="0" presId="urn:microsoft.com/office/officeart/2018/2/layout/IconVerticalSolidList"/>
    <dgm:cxn modelId="{7C8721AA-6F87-4975-9D28-0D4DE53C35DB}" type="presParOf" srcId="{A1AE7CA9-98F5-4C58-9784-F6430C8283A2}" destId="{F697B850-49E2-48C1-ACDC-927B22C87CEA}" srcOrd="3" destOrd="0" presId="urn:microsoft.com/office/officeart/2018/2/layout/IconVerticalSolidList"/>
    <dgm:cxn modelId="{4143F92D-FCA6-4A14-81A2-2AAD0C69DBF6}" type="presParOf" srcId="{20F80469-7B7E-4C51-93DD-E518BEE763E2}" destId="{6B398872-F501-4C3E-9851-ECBC35E426E4}" srcOrd="9" destOrd="0" presId="urn:microsoft.com/office/officeart/2018/2/layout/IconVerticalSolidList"/>
    <dgm:cxn modelId="{E171020A-6987-4B78-ADC8-C34C008A0F2B}" type="presParOf" srcId="{20F80469-7B7E-4C51-93DD-E518BEE763E2}" destId="{BC438F3A-F1D0-4C9C-A817-C9458BD03D31}" srcOrd="10" destOrd="0" presId="urn:microsoft.com/office/officeart/2018/2/layout/IconVerticalSolidList"/>
    <dgm:cxn modelId="{F2E30C60-A2C5-491B-9756-D3679781AE5C}" type="presParOf" srcId="{BC438F3A-F1D0-4C9C-A817-C9458BD03D31}" destId="{5BA33E05-4AF8-49EA-ABD8-5BB3F1B5CABD}" srcOrd="0" destOrd="0" presId="urn:microsoft.com/office/officeart/2018/2/layout/IconVerticalSolidList"/>
    <dgm:cxn modelId="{995A6F86-23D1-45FF-9279-B2AF264D4C81}" type="presParOf" srcId="{BC438F3A-F1D0-4C9C-A817-C9458BD03D31}" destId="{C3B44DC1-3633-432A-A316-E4FEE355177C}" srcOrd="1" destOrd="0" presId="urn:microsoft.com/office/officeart/2018/2/layout/IconVerticalSolidList"/>
    <dgm:cxn modelId="{B965085D-5A9A-476D-9479-996CD5BED296}" type="presParOf" srcId="{BC438F3A-F1D0-4C9C-A817-C9458BD03D31}" destId="{2ED267AE-7D7C-4935-9B37-91FA5BB6AC1B}" srcOrd="2" destOrd="0" presId="urn:microsoft.com/office/officeart/2018/2/layout/IconVerticalSolidList"/>
    <dgm:cxn modelId="{9CBF9AB2-DACC-42BB-B28D-FAC63D262DF9}" type="presParOf" srcId="{BC438F3A-F1D0-4C9C-A817-C9458BD03D31}" destId="{620925A8-13B1-45C5-B5AB-6F7332FABD9B}" srcOrd="3" destOrd="0" presId="urn:microsoft.com/office/officeart/2018/2/layout/IconVerticalSolidList"/>
    <dgm:cxn modelId="{7231B4DC-46AE-44D4-A0FF-10BD59ACEC77}" type="presParOf" srcId="{20F80469-7B7E-4C51-93DD-E518BEE763E2}" destId="{9E971C6A-82C6-4252-AF5C-3CDAD5D0D093}" srcOrd="11" destOrd="0" presId="urn:microsoft.com/office/officeart/2018/2/layout/IconVerticalSolidList"/>
    <dgm:cxn modelId="{A3527575-4524-480A-B087-124F0E09CE60}" type="presParOf" srcId="{20F80469-7B7E-4C51-93DD-E518BEE763E2}" destId="{88877C1B-3034-4E21-9149-0C9B2F80FF0D}" srcOrd="12" destOrd="0" presId="urn:microsoft.com/office/officeart/2018/2/layout/IconVerticalSolidList"/>
    <dgm:cxn modelId="{19925B9E-7845-4B0A-BBC0-8E8D7B126FD0}" type="presParOf" srcId="{88877C1B-3034-4E21-9149-0C9B2F80FF0D}" destId="{6BA3A515-35ED-4DE2-8033-699DEAECF864}" srcOrd="0" destOrd="0" presId="urn:microsoft.com/office/officeart/2018/2/layout/IconVerticalSolidList"/>
    <dgm:cxn modelId="{5CD0ADBC-159E-4CB5-B6AF-A4A13F47AD04}" type="presParOf" srcId="{88877C1B-3034-4E21-9149-0C9B2F80FF0D}" destId="{00159C5F-0FBC-4957-9004-BC5C53B784C1}" srcOrd="1" destOrd="0" presId="urn:microsoft.com/office/officeart/2018/2/layout/IconVerticalSolidList"/>
    <dgm:cxn modelId="{B5EBE4F4-4F2C-44C8-8E25-9CFAE59E077E}" type="presParOf" srcId="{88877C1B-3034-4E21-9149-0C9B2F80FF0D}" destId="{DFA1F6C6-5B08-495D-948C-12A12F3D16CF}" srcOrd="2" destOrd="0" presId="urn:microsoft.com/office/officeart/2018/2/layout/IconVerticalSolidList"/>
    <dgm:cxn modelId="{D2463328-281F-433B-9A2E-CCDFD14FC06A}" type="presParOf" srcId="{88877C1B-3034-4E21-9149-0C9B2F80FF0D}" destId="{D5A1A559-ED82-4FB6-BA86-93C55BCB38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09C9F9-BCCE-4078-8636-80E5382448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A1B300-ABE8-4A21-81CA-5B2A17AB3ABE}">
      <dgm:prSet/>
      <dgm:spPr/>
      <dgm:t>
        <a:bodyPr/>
        <a:lstStyle/>
        <a:p>
          <a:r>
            <a:rPr lang="en-US"/>
            <a:t>What is the average downtime per event for each line?</a:t>
          </a:r>
        </a:p>
      </dgm:t>
    </dgm:pt>
    <dgm:pt modelId="{083D39A4-0CBB-4600-B7B7-0FED5F426BE0}" type="parTrans" cxnId="{443D8A5E-B747-4940-9E77-108DD8C13EBF}">
      <dgm:prSet/>
      <dgm:spPr/>
      <dgm:t>
        <a:bodyPr/>
        <a:lstStyle/>
        <a:p>
          <a:endParaRPr lang="en-US"/>
        </a:p>
      </dgm:t>
    </dgm:pt>
    <dgm:pt modelId="{D4CF067E-2452-4B49-BBF1-3769CD40E68B}" type="sibTrans" cxnId="{443D8A5E-B747-4940-9E77-108DD8C13EBF}">
      <dgm:prSet/>
      <dgm:spPr/>
      <dgm:t>
        <a:bodyPr/>
        <a:lstStyle/>
        <a:p>
          <a:endParaRPr lang="en-US"/>
        </a:p>
      </dgm:t>
    </dgm:pt>
    <dgm:pt modelId="{B818909F-2DD2-4B7F-88C7-4091E29ED675}">
      <dgm:prSet/>
      <dgm:spPr/>
      <dgm:t>
        <a:bodyPr/>
        <a:lstStyle/>
        <a:p>
          <a:r>
            <a:rPr lang="en-US"/>
            <a:t>How many downtime incidents occur per line per day/month/Q/year?</a:t>
          </a:r>
        </a:p>
      </dgm:t>
    </dgm:pt>
    <dgm:pt modelId="{40DF7CE3-BCD6-4A13-97BF-7D6004182445}" type="parTrans" cxnId="{84B115AF-338F-44A7-A54A-132AF46AE0FA}">
      <dgm:prSet/>
      <dgm:spPr/>
      <dgm:t>
        <a:bodyPr/>
        <a:lstStyle/>
        <a:p>
          <a:endParaRPr lang="en-US"/>
        </a:p>
      </dgm:t>
    </dgm:pt>
    <dgm:pt modelId="{605C5F0D-F261-42AA-A2A7-456B50AD0F0B}" type="sibTrans" cxnId="{84B115AF-338F-44A7-A54A-132AF46AE0FA}">
      <dgm:prSet/>
      <dgm:spPr/>
      <dgm:t>
        <a:bodyPr/>
        <a:lstStyle/>
        <a:p>
          <a:endParaRPr lang="en-US"/>
        </a:p>
      </dgm:t>
    </dgm:pt>
    <dgm:pt modelId="{44AE0334-4725-46C1-8D7B-6849C4CFC03B}">
      <dgm:prSet/>
      <dgm:spPr/>
      <dgm:t>
        <a:bodyPr/>
        <a:lstStyle/>
        <a:p>
          <a:r>
            <a:rPr lang="en-US"/>
            <a:t>What percentage of total downtime does each line contribute?</a:t>
          </a:r>
        </a:p>
      </dgm:t>
    </dgm:pt>
    <dgm:pt modelId="{C2A37893-DB9A-40DD-9E21-4DB830CE2BF7}" type="parTrans" cxnId="{F33A8C97-FDF9-459C-A531-2C7D1031175C}">
      <dgm:prSet/>
      <dgm:spPr/>
      <dgm:t>
        <a:bodyPr/>
        <a:lstStyle/>
        <a:p>
          <a:endParaRPr lang="en-US"/>
        </a:p>
      </dgm:t>
    </dgm:pt>
    <dgm:pt modelId="{2BD1DA5B-0595-4B12-8F41-1C77B3E7FF40}" type="sibTrans" cxnId="{F33A8C97-FDF9-459C-A531-2C7D1031175C}">
      <dgm:prSet/>
      <dgm:spPr/>
      <dgm:t>
        <a:bodyPr/>
        <a:lstStyle/>
        <a:p>
          <a:endParaRPr lang="en-US"/>
        </a:p>
      </dgm:t>
    </dgm:pt>
    <dgm:pt modelId="{14D6503A-3D17-4A56-A6E8-AA084B3E738F}">
      <dgm:prSet/>
      <dgm:spPr/>
      <dgm:t>
        <a:bodyPr/>
        <a:lstStyle/>
        <a:p>
          <a:r>
            <a:rPr lang="en-US"/>
            <a:t>How does downtime correlate with total units lost per line?</a:t>
          </a:r>
        </a:p>
      </dgm:t>
    </dgm:pt>
    <dgm:pt modelId="{7DE63DFA-27E4-4C24-97EC-1716DE4A1232}" type="parTrans" cxnId="{F9B35F55-7912-42FB-B6B5-2887F967BC6E}">
      <dgm:prSet/>
      <dgm:spPr/>
      <dgm:t>
        <a:bodyPr/>
        <a:lstStyle/>
        <a:p>
          <a:endParaRPr lang="en-US"/>
        </a:p>
      </dgm:t>
    </dgm:pt>
    <dgm:pt modelId="{28E9CABA-B264-4FAB-869C-6DCE548931B4}" type="sibTrans" cxnId="{F9B35F55-7912-42FB-B6B5-2887F967BC6E}">
      <dgm:prSet/>
      <dgm:spPr/>
      <dgm:t>
        <a:bodyPr/>
        <a:lstStyle/>
        <a:p>
          <a:endParaRPr lang="en-US"/>
        </a:p>
      </dgm:t>
    </dgm:pt>
    <dgm:pt modelId="{D94843D8-2A81-4B1D-9EE3-0140BCC12526}">
      <dgm:prSet/>
      <dgm:spPr/>
      <dgm:t>
        <a:bodyPr/>
        <a:lstStyle/>
        <a:p>
          <a:r>
            <a:rPr lang="en-US"/>
            <a:t>Which production lines experience the highest total downtime (hours or minutes)?</a:t>
          </a:r>
        </a:p>
      </dgm:t>
    </dgm:pt>
    <dgm:pt modelId="{5BB4A95E-1316-4C2B-B41F-36BBE37F81FB}" type="sibTrans" cxnId="{D96DEFEC-28EC-4999-8D95-215D484C5695}">
      <dgm:prSet/>
      <dgm:spPr/>
      <dgm:t>
        <a:bodyPr/>
        <a:lstStyle/>
        <a:p>
          <a:endParaRPr lang="en-US"/>
        </a:p>
      </dgm:t>
    </dgm:pt>
    <dgm:pt modelId="{023CA085-5937-407D-BCD2-97ABD6AB3DD9}" type="parTrans" cxnId="{D96DEFEC-28EC-4999-8D95-215D484C5695}">
      <dgm:prSet/>
      <dgm:spPr/>
      <dgm:t>
        <a:bodyPr/>
        <a:lstStyle/>
        <a:p>
          <a:endParaRPr lang="en-US"/>
        </a:p>
      </dgm:t>
    </dgm:pt>
    <dgm:pt modelId="{1783ED9C-CDA5-4BD5-9843-28A80B5570A7}" type="pres">
      <dgm:prSet presAssocID="{E609C9F9-BCCE-4078-8636-80E53824481A}" presName="linear" presStyleCnt="0">
        <dgm:presLayoutVars>
          <dgm:animLvl val="lvl"/>
          <dgm:resizeHandles val="exact"/>
        </dgm:presLayoutVars>
      </dgm:prSet>
      <dgm:spPr/>
    </dgm:pt>
    <dgm:pt modelId="{6F617E0A-3962-436B-9941-8F5766375217}" type="pres">
      <dgm:prSet presAssocID="{D94843D8-2A81-4B1D-9EE3-0140BCC12526}" presName="parentText" presStyleLbl="node1" presStyleIdx="0" presStyleCnt="5" custLinFactNeighborX="-27" custLinFactNeighborY="-45676">
        <dgm:presLayoutVars>
          <dgm:chMax val="0"/>
          <dgm:bulletEnabled val="1"/>
        </dgm:presLayoutVars>
      </dgm:prSet>
      <dgm:spPr/>
    </dgm:pt>
    <dgm:pt modelId="{8C2D5D00-BE7D-4764-A960-448963194E40}" type="pres">
      <dgm:prSet presAssocID="{5BB4A95E-1316-4C2B-B41F-36BBE37F81FB}" presName="spacer" presStyleCnt="0"/>
      <dgm:spPr/>
    </dgm:pt>
    <dgm:pt modelId="{4B57AB8E-E08D-4514-AE39-32E906181638}" type="pres">
      <dgm:prSet presAssocID="{8CA1B300-ABE8-4A21-81CA-5B2A17AB3AB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96DAF73-19F6-488B-A039-3A4B890EC664}" type="pres">
      <dgm:prSet presAssocID="{D4CF067E-2452-4B49-BBF1-3769CD40E68B}" presName="spacer" presStyleCnt="0"/>
      <dgm:spPr/>
    </dgm:pt>
    <dgm:pt modelId="{42A3B1F1-7F0E-4906-9A6B-AA0DC99A548D}" type="pres">
      <dgm:prSet presAssocID="{B818909F-2DD2-4B7F-88C7-4091E29ED67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471E5ED-358F-4B38-B940-5C62D7B13AF1}" type="pres">
      <dgm:prSet presAssocID="{605C5F0D-F261-42AA-A2A7-456B50AD0F0B}" presName="spacer" presStyleCnt="0"/>
      <dgm:spPr/>
    </dgm:pt>
    <dgm:pt modelId="{8E1C579B-C427-4161-A9E9-A9DF1F205A15}" type="pres">
      <dgm:prSet presAssocID="{44AE0334-4725-46C1-8D7B-6849C4CFC0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EE9E0B7-11D7-4454-AC36-05CEF2064DA3}" type="pres">
      <dgm:prSet presAssocID="{2BD1DA5B-0595-4B12-8F41-1C77B3E7FF40}" presName="spacer" presStyleCnt="0"/>
      <dgm:spPr/>
    </dgm:pt>
    <dgm:pt modelId="{36097C08-59A8-4F34-A85C-6F752602F056}" type="pres">
      <dgm:prSet presAssocID="{14D6503A-3D17-4A56-A6E8-AA084B3E738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AB56C01-2D23-43EF-A1D9-58DD1D8EF81C}" type="presOf" srcId="{E609C9F9-BCCE-4078-8636-80E53824481A}" destId="{1783ED9C-CDA5-4BD5-9843-28A80B5570A7}" srcOrd="0" destOrd="0" presId="urn:microsoft.com/office/officeart/2005/8/layout/vList2"/>
    <dgm:cxn modelId="{E02DA93C-2AF2-4D51-B044-21DEDD7D1090}" type="presOf" srcId="{44AE0334-4725-46C1-8D7B-6849C4CFC03B}" destId="{8E1C579B-C427-4161-A9E9-A9DF1F205A15}" srcOrd="0" destOrd="0" presId="urn:microsoft.com/office/officeart/2005/8/layout/vList2"/>
    <dgm:cxn modelId="{443D8A5E-B747-4940-9E77-108DD8C13EBF}" srcId="{E609C9F9-BCCE-4078-8636-80E53824481A}" destId="{8CA1B300-ABE8-4A21-81CA-5B2A17AB3ABE}" srcOrd="1" destOrd="0" parTransId="{083D39A4-0CBB-4600-B7B7-0FED5F426BE0}" sibTransId="{D4CF067E-2452-4B49-BBF1-3769CD40E68B}"/>
    <dgm:cxn modelId="{8DC72C6C-00E2-4C6D-A81B-ABD35B338D3F}" type="presOf" srcId="{8CA1B300-ABE8-4A21-81CA-5B2A17AB3ABE}" destId="{4B57AB8E-E08D-4514-AE39-32E906181638}" srcOrd="0" destOrd="0" presId="urn:microsoft.com/office/officeart/2005/8/layout/vList2"/>
    <dgm:cxn modelId="{F9B35F55-7912-42FB-B6B5-2887F967BC6E}" srcId="{E609C9F9-BCCE-4078-8636-80E53824481A}" destId="{14D6503A-3D17-4A56-A6E8-AA084B3E738F}" srcOrd="4" destOrd="0" parTransId="{7DE63DFA-27E4-4C24-97EC-1716DE4A1232}" sibTransId="{28E9CABA-B264-4FAB-869C-6DCE548931B4}"/>
    <dgm:cxn modelId="{DC55C188-50C4-422D-A8D9-392E8C5847D7}" type="presOf" srcId="{14D6503A-3D17-4A56-A6E8-AA084B3E738F}" destId="{36097C08-59A8-4F34-A85C-6F752602F056}" srcOrd="0" destOrd="0" presId="urn:microsoft.com/office/officeart/2005/8/layout/vList2"/>
    <dgm:cxn modelId="{F33A8C97-FDF9-459C-A531-2C7D1031175C}" srcId="{E609C9F9-BCCE-4078-8636-80E53824481A}" destId="{44AE0334-4725-46C1-8D7B-6849C4CFC03B}" srcOrd="3" destOrd="0" parTransId="{C2A37893-DB9A-40DD-9E21-4DB830CE2BF7}" sibTransId="{2BD1DA5B-0595-4B12-8F41-1C77B3E7FF40}"/>
    <dgm:cxn modelId="{84B115AF-338F-44A7-A54A-132AF46AE0FA}" srcId="{E609C9F9-BCCE-4078-8636-80E53824481A}" destId="{B818909F-2DD2-4B7F-88C7-4091E29ED675}" srcOrd="2" destOrd="0" parTransId="{40DF7CE3-BCD6-4A13-97BF-7D6004182445}" sibTransId="{605C5F0D-F261-42AA-A2A7-456B50AD0F0B}"/>
    <dgm:cxn modelId="{BCBA5CCA-53F2-4482-A782-687D93F08C81}" type="presOf" srcId="{D94843D8-2A81-4B1D-9EE3-0140BCC12526}" destId="{6F617E0A-3962-436B-9941-8F5766375217}" srcOrd="0" destOrd="0" presId="urn:microsoft.com/office/officeart/2005/8/layout/vList2"/>
    <dgm:cxn modelId="{1CA49FD4-47EE-415A-BA8D-CE0151C19427}" type="presOf" srcId="{B818909F-2DD2-4B7F-88C7-4091E29ED675}" destId="{42A3B1F1-7F0E-4906-9A6B-AA0DC99A548D}" srcOrd="0" destOrd="0" presId="urn:microsoft.com/office/officeart/2005/8/layout/vList2"/>
    <dgm:cxn modelId="{D96DEFEC-28EC-4999-8D95-215D484C5695}" srcId="{E609C9F9-BCCE-4078-8636-80E53824481A}" destId="{D94843D8-2A81-4B1D-9EE3-0140BCC12526}" srcOrd="0" destOrd="0" parTransId="{023CA085-5937-407D-BCD2-97ABD6AB3DD9}" sibTransId="{5BB4A95E-1316-4C2B-B41F-36BBE37F81FB}"/>
    <dgm:cxn modelId="{BAA33008-B084-4C62-B066-9292EE808DF8}" type="presParOf" srcId="{1783ED9C-CDA5-4BD5-9843-28A80B5570A7}" destId="{6F617E0A-3962-436B-9941-8F5766375217}" srcOrd="0" destOrd="0" presId="urn:microsoft.com/office/officeart/2005/8/layout/vList2"/>
    <dgm:cxn modelId="{BCA97566-74AC-4125-92FB-8AC80D776FED}" type="presParOf" srcId="{1783ED9C-CDA5-4BD5-9843-28A80B5570A7}" destId="{8C2D5D00-BE7D-4764-A960-448963194E40}" srcOrd="1" destOrd="0" presId="urn:microsoft.com/office/officeart/2005/8/layout/vList2"/>
    <dgm:cxn modelId="{13FA5E65-4329-4452-A938-4294EC37719C}" type="presParOf" srcId="{1783ED9C-CDA5-4BD5-9843-28A80B5570A7}" destId="{4B57AB8E-E08D-4514-AE39-32E906181638}" srcOrd="2" destOrd="0" presId="urn:microsoft.com/office/officeart/2005/8/layout/vList2"/>
    <dgm:cxn modelId="{30DB0D12-F65A-434E-AF28-8527C5751EC2}" type="presParOf" srcId="{1783ED9C-CDA5-4BD5-9843-28A80B5570A7}" destId="{496DAF73-19F6-488B-A039-3A4B890EC664}" srcOrd="3" destOrd="0" presId="urn:microsoft.com/office/officeart/2005/8/layout/vList2"/>
    <dgm:cxn modelId="{36C298AA-ADA1-499C-910D-26DCA8BD2464}" type="presParOf" srcId="{1783ED9C-CDA5-4BD5-9843-28A80B5570A7}" destId="{42A3B1F1-7F0E-4906-9A6B-AA0DC99A548D}" srcOrd="4" destOrd="0" presId="urn:microsoft.com/office/officeart/2005/8/layout/vList2"/>
    <dgm:cxn modelId="{3FBF0911-6375-4166-9D33-D6043FEAA267}" type="presParOf" srcId="{1783ED9C-CDA5-4BD5-9843-28A80B5570A7}" destId="{F471E5ED-358F-4B38-B940-5C62D7B13AF1}" srcOrd="5" destOrd="0" presId="urn:microsoft.com/office/officeart/2005/8/layout/vList2"/>
    <dgm:cxn modelId="{89D56367-0746-4E2C-BA9C-C6481B653D41}" type="presParOf" srcId="{1783ED9C-CDA5-4BD5-9843-28A80B5570A7}" destId="{8E1C579B-C427-4161-A9E9-A9DF1F205A15}" srcOrd="6" destOrd="0" presId="urn:microsoft.com/office/officeart/2005/8/layout/vList2"/>
    <dgm:cxn modelId="{1C928B92-AE5E-4090-84B4-ECA8A9E1DAD4}" type="presParOf" srcId="{1783ED9C-CDA5-4BD5-9843-28A80B5570A7}" destId="{2EE9E0B7-11D7-4454-AC36-05CEF2064DA3}" srcOrd="7" destOrd="0" presId="urn:microsoft.com/office/officeart/2005/8/layout/vList2"/>
    <dgm:cxn modelId="{2F8DBB38-ECCA-446D-88EF-F6E078DB6625}" type="presParOf" srcId="{1783ED9C-CDA5-4BD5-9843-28A80B5570A7}" destId="{36097C08-59A8-4F34-A85C-6F752602F05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295C32-91EB-4772-BB64-BBBA4A32FAC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6613D7-FD72-467B-8465-C62F0CE237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Which operators are associated with the highest total downtime?</a:t>
          </a:r>
        </a:p>
      </dgm:t>
    </dgm:pt>
    <dgm:pt modelId="{8286C9EE-215F-4320-87BF-6E4D24B1A1DA}" type="parTrans" cxnId="{5F493411-95D6-41E9-8EDF-1ADA2DC5129D}">
      <dgm:prSet/>
      <dgm:spPr/>
      <dgm:t>
        <a:bodyPr/>
        <a:lstStyle/>
        <a:p>
          <a:endParaRPr lang="en-US"/>
        </a:p>
      </dgm:t>
    </dgm:pt>
    <dgm:pt modelId="{1E310069-592B-4ABF-8985-A94008DEF272}" type="sibTrans" cxnId="{5F493411-95D6-41E9-8EDF-1ADA2DC5129D}">
      <dgm:prSet/>
      <dgm:spPr/>
      <dgm:t>
        <a:bodyPr/>
        <a:lstStyle/>
        <a:p>
          <a:endParaRPr lang="en-US"/>
        </a:p>
      </dgm:t>
    </dgm:pt>
    <dgm:pt modelId="{88A427CE-0CE8-48E1-A1EC-4016D4ABDC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Which operators consistently maintain the lowest downtime?</a:t>
          </a:r>
        </a:p>
      </dgm:t>
    </dgm:pt>
    <dgm:pt modelId="{36FCE1B3-E12B-4E20-B51B-1346763212C6}" type="parTrans" cxnId="{999F45F2-A63F-4CD6-AD90-D1A2930A2C82}">
      <dgm:prSet/>
      <dgm:spPr/>
      <dgm:t>
        <a:bodyPr/>
        <a:lstStyle/>
        <a:p>
          <a:endParaRPr lang="en-US"/>
        </a:p>
      </dgm:t>
    </dgm:pt>
    <dgm:pt modelId="{F4018ACB-FDC0-4D16-B2FB-A0BD9C03BCE3}" type="sibTrans" cxnId="{999F45F2-A63F-4CD6-AD90-D1A2930A2C82}">
      <dgm:prSet/>
      <dgm:spPr/>
      <dgm:t>
        <a:bodyPr/>
        <a:lstStyle/>
        <a:p>
          <a:endParaRPr lang="en-US"/>
        </a:p>
      </dgm:t>
    </dgm:pt>
    <dgm:pt modelId="{D6B057FB-2F83-4F0C-8180-62C0D6E8471A}">
      <dgm:prSet custT="1"/>
      <dgm:spPr/>
      <dgm:t>
        <a:bodyPr/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What is the average downtime per operator per shift?</a:t>
          </a:r>
        </a:p>
      </dgm:t>
    </dgm:pt>
    <dgm:pt modelId="{777CC963-C863-4C0B-9792-8AD18AE7B46E}" type="parTrans" cxnId="{EDE261BF-C42F-41A6-A32B-FFE9066B95DA}">
      <dgm:prSet/>
      <dgm:spPr/>
      <dgm:t>
        <a:bodyPr/>
        <a:lstStyle/>
        <a:p>
          <a:endParaRPr lang="en-US"/>
        </a:p>
      </dgm:t>
    </dgm:pt>
    <dgm:pt modelId="{7FA23358-9646-4A4F-88D1-F260A9F0E6B2}" type="sibTrans" cxnId="{EDE261BF-C42F-41A6-A32B-FFE9066B95DA}">
      <dgm:prSet/>
      <dgm:spPr/>
      <dgm:t>
        <a:bodyPr/>
        <a:lstStyle/>
        <a:p>
          <a:endParaRPr lang="en-US"/>
        </a:p>
      </dgm:t>
    </dgm:pt>
    <dgm:pt modelId="{B675A2C3-1D7A-47D1-8E93-D45F6FEDD7B8}">
      <dgm:prSet custT="1"/>
      <dgm:spPr/>
      <dgm:t>
        <a:bodyPr/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Are certain operators more prone to specific downtime factors (e.g., setup, mechanical)?</a:t>
          </a:r>
        </a:p>
      </dgm:t>
    </dgm:pt>
    <dgm:pt modelId="{6D0254FD-AB15-4A09-9684-F27F1B950B3B}" type="parTrans" cxnId="{BB0CA66E-610C-4950-90C2-B0B346E78580}">
      <dgm:prSet/>
      <dgm:spPr/>
      <dgm:t>
        <a:bodyPr/>
        <a:lstStyle/>
        <a:p>
          <a:endParaRPr lang="en-US"/>
        </a:p>
      </dgm:t>
    </dgm:pt>
    <dgm:pt modelId="{5565E221-18C2-495B-9819-EB42EAC9188E}" type="sibTrans" cxnId="{BB0CA66E-610C-4950-90C2-B0B346E78580}">
      <dgm:prSet/>
      <dgm:spPr/>
      <dgm:t>
        <a:bodyPr/>
        <a:lstStyle/>
        <a:p>
          <a:endParaRPr lang="en-US"/>
        </a:p>
      </dgm:t>
    </dgm:pt>
    <dgm:pt modelId="{862E6272-1EBC-453A-9C47-9291955837B9}">
      <dgm:prSet custT="1"/>
      <dgm:spPr/>
      <dgm:t>
        <a:bodyPr/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How does operator experience or shift assignment influence downtime frequency?</a:t>
          </a:r>
        </a:p>
      </dgm:t>
    </dgm:pt>
    <dgm:pt modelId="{08014594-BDBE-41FE-91D8-33412CC5D68E}" type="parTrans" cxnId="{7EF67544-2F32-4CA2-BA0A-18829A2C7E4F}">
      <dgm:prSet/>
      <dgm:spPr/>
      <dgm:t>
        <a:bodyPr/>
        <a:lstStyle/>
        <a:p>
          <a:endParaRPr lang="en-US"/>
        </a:p>
      </dgm:t>
    </dgm:pt>
    <dgm:pt modelId="{894FCC6B-B4A7-4683-AAA8-34F5EAE831D8}" type="sibTrans" cxnId="{7EF67544-2F32-4CA2-BA0A-18829A2C7E4F}">
      <dgm:prSet/>
      <dgm:spPr/>
      <dgm:t>
        <a:bodyPr/>
        <a:lstStyle/>
        <a:p>
          <a:endParaRPr lang="en-US"/>
        </a:p>
      </dgm:t>
    </dgm:pt>
    <dgm:pt modelId="{77262DB1-7330-44A4-B090-4EF5D66FA133}" type="pres">
      <dgm:prSet presAssocID="{60295C32-91EB-4772-BB64-BBBA4A32FACF}" presName="root" presStyleCnt="0">
        <dgm:presLayoutVars>
          <dgm:dir/>
          <dgm:resizeHandles val="exact"/>
        </dgm:presLayoutVars>
      </dgm:prSet>
      <dgm:spPr/>
    </dgm:pt>
    <dgm:pt modelId="{DF7D3857-84C8-47DF-860F-447C98610226}" type="pres">
      <dgm:prSet presAssocID="{7E6613D7-FD72-467B-8465-C62F0CE23713}" presName="compNode" presStyleCnt="0"/>
      <dgm:spPr/>
    </dgm:pt>
    <dgm:pt modelId="{8BAF680E-EBD7-4119-ABFC-C575E48D3F2E}" type="pres">
      <dgm:prSet presAssocID="{7E6613D7-FD72-467B-8465-C62F0CE2371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struction worker male with solid fill"/>
        </a:ext>
      </dgm:extLst>
    </dgm:pt>
    <dgm:pt modelId="{79CC20BC-0287-48CD-B18C-32061CEB5E5E}" type="pres">
      <dgm:prSet presAssocID="{7E6613D7-FD72-467B-8465-C62F0CE23713}" presName="spaceRect" presStyleCnt="0"/>
      <dgm:spPr/>
    </dgm:pt>
    <dgm:pt modelId="{B87E6FC9-CB66-4B06-AC13-E399FC108D68}" type="pres">
      <dgm:prSet presAssocID="{7E6613D7-FD72-467B-8465-C62F0CE23713}" presName="textRect" presStyleLbl="revTx" presStyleIdx="0" presStyleCnt="5">
        <dgm:presLayoutVars>
          <dgm:chMax val="1"/>
          <dgm:chPref val="1"/>
        </dgm:presLayoutVars>
      </dgm:prSet>
      <dgm:spPr/>
    </dgm:pt>
    <dgm:pt modelId="{A2EBFF34-C5F9-4FC8-B2F2-EB338768E04F}" type="pres">
      <dgm:prSet presAssocID="{1E310069-592B-4ABF-8985-A94008DEF272}" presName="sibTrans" presStyleCnt="0"/>
      <dgm:spPr/>
    </dgm:pt>
    <dgm:pt modelId="{E1549C61-A1E7-4133-872E-DAC58971A943}" type="pres">
      <dgm:prSet presAssocID="{88A427CE-0CE8-48E1-A1EC-4016D4ABDC63}" presName="compNode" presStyleCnt="0"/>
      <dgm:spPr/>
    </dgm:pt>
    <dgm:pt modelId="{307D43D4-28FF-4C13-A6F0-44B2A9CE82DD}" type="pres">
      <dgm:prSet presAssocID="{88A427CE-0CE8-48E1-A1EC-4016D4ABDC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 male with solid fill"/>
        </a:ext>
      </dgm:extLst>
    </dgm:pt>
    <dgm:pt modelId="{CFD48935-4E01-41D2-9725-877558A09DE9}" type="pres">
      <dgm:prSet presAssocID="{88A427CE-0CE8-48E1-A1EC-4016D4ABDC63}" presName="spaceRect" presStyleCnt="0"/>
      <dgm:spPr/>
    </dgm:pt>
    <dgm:pt modelId="{223AEF7E-8CE1-451D-95F7-F40302259ED8}" type="pres">
      <dgm:prSet presAssocID="{88A427CE-0CE8-48E1-A1EC-4016D4ABDC63}" presName="textRect" presStyleLbl="revTx" presStyleIdx="1" presStyleCnt="5">
        <dgm:presLayoutVars>
          <dgm:chMax val="1"/>
          <dgm:chPref val="1"/>
        </dgm:presLayoutVars>
      </dgm:prSet>
      <dgm:spPr/>
    </dgm:pt>
    <dgm:pt modelId="{2B5A55D8-0133-40A7-A407-E8F187EE3836}" type="pres">
      <dgm:prSet presAssocID="{F4018ACB-FDC0-4D16-B2FB-A0BD9C03BCE3}" presName="sibTrans" presStyleCnt="0"/>
      <dgm:spPr/>
    </dgm:pt>
    <dgm:pt modelId="{C941FEA9-C9B5-4934-87D2-0433665DFB9C}" type="pres">
      <dgm:prSet presAssocID="{D6B057FB-2F83-4F0C-8180-62C0D6E8471A}" presName="compNode" presStyleCnt="0"/>
      <dgm:spPr/>
    </dgm:pt>
    <dgm:pt modelId="{9794F66E-E0EF-4C9D-A706-B9A774C3356F}" type="pres">
      <dgm:prSet presAssocID="{D6B057FB-2F83-4F0C-8180-62C0D6E8471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E6F502A3-76A1-4C07-9C4A-8DCFC0BD2604}" type="pres">
      <dgm:prSet presAssocID="{D6B057FB-2F83-4F0C-8180-62C0D6E8471A}" presName="spaceRect" presStyleCnt="0"/>
      <dgm:spPr/>
    </dgm:pt>
    <dgm:pt modelId="{629E6882-3DDA-4F0E-BB13-6634F3E2FAEC}" type="pres">
      <dgm:prSet presAssocID="{D6B057FB-2F83-4F0C-8180-62C0D6E8471A}" presName="textRect" presStyleLbl="revTx" presStyleIdx="2" presStyleCnt="5">
        <dgm:presLayoutVars>
          <dgm:chMax val="1"/>
          <dgm:chPref val="1"/>
        </dgm:presLayoutVars>
      </dgm:prSet>
      <dgm:spPr/>
    </dgm:pt>
    <dgm:pt modelId="{962ED46D-1845-4B34-8CBB-618B4F047E70}" type="pres">
      <dgm:prSet presAssocID="{7FA23358-9646-4A4F-88D1-F260A9F0E6B2}" presName="sibTrans" presStyleCnt="0"/>
      <dgm:spPr/>
    </dgm:pt>
    <dgm:pt modelId="{31FD7E90-753C-42B5-B9F7-5D2604D03AB9}" type="pres">
      <dgm:prSet presAssocID="{B675A2C3-1D7A-47D1-8E93-D45F6FEDD7B8}" presName="compNode" presStyleCnt="0"/>
      <dgm:spPr/>
    </dgm:pt>
    <dgm:pt modelId="{9AE1C230-5623-4FEC-8A12-CF61D044254E}" type="pres">
      <dgm:prSet presAssocID="{B675A2C3-1D7A-47D1-8E93-D45F6FEDD7B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B83C0B0-E2D1-49B8-9ADC-4E6CAAF606D7}" type="pres">
      <dgm:prSet presAssocID="{B675A2C3-1D7A-47D1-8E93-D45F6FEDD7B8}" presName="spaceRect" presStyleCnt="0"/>
      <dgm:spPr/>
    </dgm:pt>
    <dgm:pt modelId="{4C174DB0-CFBA-4196-8057-81972C0BE593}" type="pres">
      <dgm:prSet presAssocID="{B675A2C3-1D7A-47D1-8E93-D45F6FEDD7B8}" presName="textRect" presStyleLbl="revTx" presStyleIdx="3" presStyleCnt="5">
        <dgm:presLayoutVars>
          <dgm:chMax val="1"/>
          <dgm:chPref val="1"/>
        </dgm:presLayoutVars>
      </dgm:prSet>
      <dgm:spPr/>
    </dgm:pt>
    <dgm:pt modelId="{C3DC24E5-3FC5-4E67-A84E-3C2A70F15697}" type="pres">
      <dgm:prSet presAssocID="{5565E221-18C2-495B-9819-EB42EAC9188E}" presName="sibTrans" presStyleCnt="0"/>
      <dgm:spPr/>
    </dgm:pt>
    <dgm:pt modelId="{09CAF243-5B87-4A31-9AC2-214D83569425}" type="pres">
      <dgm:prSet presAssocID="{862E6272-1EBC-453A-9C47-9291955837B9}" presName="compNode" presStyleCnt="0"/>
      <dgm:spPr/>
    </dgm:pt>
    <dgm:pt modelId="{87FDF1A8-0639-4790-BB85-5588926A0522}" type="pres">
      <dgm:prSet presAssocID="{862E6272-1EBC-453A-9C47-9291955837B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0624D4C-5486-43C1-98FC-C5556CAA3FD0}" type="pres">
      <dgm:prSet presAssocID="{862E6272-1EBC-453A-9C47-9291955837B9}" presName="spaceRect" presStyleCnt="0"/>
      <dgm:spPr/>
    </dgm:pt>
    <dgm:pt modelId="{CFBC1040-3DCF-42D0-80D4-C8D0CF418C96}" type="pres">
      <dgm:prSet presAssocID="{862E6272-1EBC-453A-9C47-9291955837B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5634300-F0DA-4F2B-9F2C-DC626F5026BA}" type="presOf" srcId="{7E6613D7-FD72-467B-8465-C62F0CE23713}" destId="{B87E6FC9-CB66-4B06-AC13-E399FC108D68}" srcOrd="0" destOrd="0" presId="urn:microsoft.com/office/officeart/2018/2/layout/IconLabelList"/>
    <dgm:cxn modelId="{5F493411-95D6-41E9-8EDF-1ADA2DC5129D}" srcId="{60295C32-91EB-4772-BB64-BBBA4A32FACF}" destId="{7E6613D7-FD72-467B-8465-C62F0CE23713}" srcOrd="0" destOrd="0" parTransId="{8286C9EE-215F-4320-87BF-6E4D24B1A1DA}" sibTransId="{1E310069-592B-4ABF-8985-A94008DEF272}"/>
    <dgm:cxn modelId="{DE3D9D26-09F4-4EAF-BCC9-9ECA34D4FB3A}" type="presOf" srcId="{88A427CE-0CE8-48E1-A1EC-4016D4ABDC63}" destId="{223AEF7E-8CE1-451D-95F7-F40302259ED8}" srcOrd="0" destOrd="0" presId="urn:microsoft.com/office/officeart/2018/2/layout/IconLabelList"/>
    <dgm:cxn modelId="{7EF67544-2F32-4CA2-BA0A-18829A2C7E4F}" srcId="{60295C32-91EB-4772-BB64-BBBA4A32FACF}" destId="{862E6272-1EBC-453A-9C47-9291955837B9}" srcOrd="4" destOrd="0" parTransId="{08014594-BDBE-41FE-91D8-33412CC5D68E}" sibTransId="{894FCC6B-B4A7-4683-AAA8-34F5EAE831D8}"/>
    <dgm:cxn modelId="{2FC90D4D-F886-468A-992E-5A9076B3248A}" type="presOf" srcId="{862E6272-1EBC-453A-9C47-9291955837B9}" destId="{CFBC1040-3DCF-42D0-80D4-C8D0CF418C96}" srcOrd="0" destOrd="0" presId="urn:microsoft.com/office/officeart/2018/2/layout/IconLabelList"/>
    <dgm:cxn modelId="{BB0CA66E-610C-4950-90C2-B0B346E78580}" srcId="{60295C32-91EB-4772-BB64-BBBA4A32FACF}" destId="{B675A2C3-1D7A-47D1-8E93-D45F6FEDD7B8}" srcOrd="3" destOrd="0" parTransId="{6D0254FD-AB15-4A09-9684-F27F1B950B3B}" sibTransId="{5565E221-18C2-495B-9819-EB42EAC9188E}"/>
    <dgm:cxn modelId="{98C273A4-70E3-45E3-A0D1-A036FCBC5059}" type="presOf" srcId="{60295C32-91EB-4772-BB64-BBBA4A32FACF}" destId="{77262DB1-7330-44A4-B090-4EF5D66FA133}" srcOrd="0" destOrd="0" presId="urn:microsoft.com/office/officeart/2018/2/layout/IconLabelList"/>
    <dgm:cxn modelId="{3CDDA8B9-E2F2-404F-9DF1-14E733AF9D00}" type="presOf" srcId="{D6B057FB-2F83-4F0C-8180-62C0D6E8471A}" destId="{629E6882-3DDA-4F0E-BB13-6634F3E2FAEC}" srcOrd="0" destOrd="0" presId="urn:microsoft.com/office/officeart/2018/2/layout/IconLabelList"/>
    <dgm:cxn modelId="{EDE261BF-C42F-41A6-A32B-FFE9066B95DA}" srcId="{60295C32-91EB-4772-BB64-BBBA4A32FACF}" destId="{D6B057FB-2F83-4F0C-8180-62C0D6E8471A}" srcOrd="2" destOrd="0" parTransId="{777CC963-C863-4C0B-9792-8AD18AE7B46E}" sibTransId="{7FA23358-9646-4A4F-88D1-F260A9F0E6B2}"/>
    <dgm:cxn modelId="{E67C34D0-0A73-4E85-B89C-17CD389D150C}" type="presOf" srcId="{B675A2C3-1D7A-47D1-8E93-D45F6FEDD7B8}" destId="{4C174DB0-CFBA-4196-8057-81972C0BE593}" srcOrd="0" destOrd="0" presId="urn:microsoft.com/office/officeart/2018/2/layout/IconLabelList"/>
    <dgm:cxn modelId="{999F45F2-A63F-4CD6-AD90-D1A2930A2C82}" srcId="{60295C32-91EB-4772-BB64-BBBA4A32FACF}" destId="{88A427CE-0CE8-48E1-A1EC-4016D4ABDC63}" srcOrd="1" destOrd="0" parTransId="{36FCE1B3-E12B-4E20-B51B-1346763212C6}" sibTransId="{F4018ACB-FDC0-4D16-B2FB-A0BD9C03BCE3}"/>
    <dgm:cxn modelId="{4C2B7ED5-5423-4263-B670-F0A6F1811B8B}" type="presParOf" srcId="{77262DB1-7330-44A4-B090-4EF5D66FA133}" destId="{DF7D3857-84C8-47DF-860F-447C98610226}" srcOrd="0" destOrd="0" presId="urn:microsoft.com/office/officeart/2018/2/layout/IconLabelList"/>
    <dgm:cxn modelId="{067CC8D5-E562-4F88-B717-4C957A7E97B1}" type="presParOf" srcId="{DF7D3857-84C8-47DF-860F-447C98610226}" destId="{8BAF680E-EBD7-4119-ABFC-C575E48D3F2E}" srcOrd="0" destOrd="0" presId="urn:microsoft.com/office/officeart/2018/2/layout/IconLabelList"/>
    <dgm:cxn modelId="{F739C1E9-57BA-4BB0-992F-DE3EE17C538E}" type="presParOf" srcId="{DF7D3857-84C8-47DF-860F-447C98610226}" destId="{79CC20BC-0287-48CD-B18C-32061CEB5E5E}" srcOrd="1" destOrd="0" presId="urn:microsoft.com/office/officeart/2018/2/layout/IconLabelList"/>
    <dgm:cxn modelId="{4443DA40-DE3D-45E6-9C55-AC2A6C6A732A}" type="presParOf" srcId="{DF7D3857-84C8-47DF-860F-447C98610226}" destId="{B87E6FC9-CB66-4B06-AC13-E399FC108D68}" srcOrd="2" destOrd="0" presId="urn:microsoft.com/office/officeart/2018/2/layout/IconLabelList"/>
    <dgm:cxn modelId="{14736F2E-A97E-4CD1-AE1A-1ADE371B90F0}" type="presParOf" srcId="{77262DB1-7330-44A4-B090-4EF5D66FA133}" destId="{A2EBFF34-C5F9-4FC8-B2F2-EB338768E04F}" srcOrd="1" destOrd="0" presId="urn:microsoft.com/office/officeart/2018/2/layout/IconLabelList"/>
    <dgm:cxn modelId="{F15E64AB-6B71-4C2D-AD7E-2E50136A4088}" type="presParOf" srcId="{77262DB1-7330-44A4-B090-4EF5D66FA133}" destId="{E1549C61-A1E7-4133-872E-DAC58971A943}" srcOrd="2" destOrd="0" presId="urn:microsoft.com/office/officeart/2018/2/layout/IconLabelList"/>
    <dgm:cxn modelId="{F754122E-0920-4AFE-89A5-F5A80D46A3C1}" type="presParOf" srcId="{E1549C61-A1E7-4133-872E-DAC58971A943}" destId="{307D43D4-28FF-4C13-A6F0-44B2A9CE82DD}" srcOrd="0" destOrd="0" presId="urn:microsoft.com/office/officeart/2018/2/layout/IconLabelList"/>
    <dgm:cxn modelId="{3D22F28E-4575-4867-B57D-4975FDDA9D0A}" type="presParOf" srcId="{E1549C61-A1E7-4133-872E-DAC58971A943}" destId="{CFD48935-4E01-41D2-9725-877558A09DE9}" srcOrd="1" destOrd="0" presId="urn:microsoft.com/office/officeart/2018/2/layout/IconLabelList"/>
    <dgm:cxn modelId="{8688A911-1A73-4895-893C-2512838C9877}" type="presParOf" srcId="{E1549C61-A1E7-4133-872E-DAC58971A943}" destId="{223AEF7E-8CE1-451D-95F7-F40302259ED8}" srcOrd="2" destOrd="0" presId="urn:microsoft.com/office/officeart/2018/2/layout/IconLabelList"/>
    <dgm:cxn modelId="{908F05E7-3ADD-43D4-8227-7AD1478E5883}" type="presParOf" srcId="{77262DB1-7330-44A4-B090-4EF5D66FA133}" destId="{2B5A55D8-0133-40A7-A407-E8F187EE3836}" srcOrd="3" destOrd="0" presId="urn:microsoft.com/office/officeart/2018/2/layout/IconLabelList"/>
    <dgm:cxn modelId="{A1FA0810-557F-4273-9C75-06AE30B241A5}" type="presParOf" srcId="{77262DB1-7330-44A4-B090-4EF5D66FA133}" destId="{C941FEA9-C9B5-4934-87D2-0433665DFB9C}" srcOrd="4" destOrd="0" presId="urn:microsoft.com/office/officeart/2018/2/layout/IconLabelList"/>
    <dgm:cxn modelId="{4187A496-7D50-4BF1-84B7-B8C79A2CD49F}" type="presParOf" srcId="{C941FEA9-C9B5-4934-87D2-0433665DFB9C}" destId="{9794F66E-E0EF-4C9D-A706-B9A774C3356F}" srcOrd="0" destOrd="0" presId="urn:microsoft.com/office/officeart/2018/2/layout/IconLabelList"/>
    <dgm:cxn modelId="{DFCE5CA2-721A-4C75-B202-1F0A41B822DC}" type="presParOf" srcId="{C941FEA9-C9B5-4934-87D2-0433665DFB9C}" destId="{E6F502A3-76A1-4C07-9C4A-8DCFC0BD2604}" srcOrd="1" destOrd="0" presId="urn:microsoft.com/office/officeart/2018/2/layout/IconLabelList"/>
    <dgm:cxn modelId="{6C70D894-A550-4D25-8AAF-6881A82B59BD}" type="presParOf" srcId="{C941FEA9-C9B5-4934-87D2-0433665DFB9C}" destId="{629E6882-3DDA-4F0E-BB13-6634F3E2FAEC}" srcOrd="2" destOrd="0" presId="urn:microsoft.com/office/officeart/2018/2/layout/IconLabelList"/>
    <dgm:cxn modelId="{9428BB39-89E0-4128-9418-124E77E4B1DA}" type="presParOf" srcId="{77262DB1-7330-44A4-B090-4EF5D66FA133}" destId="{962ED46D-1845-4B34-8CBB-618B4F047E70}" srcOrd="5" destOrd="0" presId="urn:microsoft.com/office/officeart/2018/2/layout/IconLabelList"/>
    <dgm:cxn modelId="{EA990884-59FC-456D-BE8E-CBCEB8089A45}" type="presParOf" srcId="{77262DB1-7330-44A4-B090-4EF5D66FA133}" destId="{31FD7E90-753C-42B5-B9F7-5D2604D03AB9}" srcOrd="6" destOrd="0" presId="urn:microsoft.com/office/officeart/2018/2/layout/IconLabelList"/>
    <dgm:cxn modelId="{E630E4A5-C430-4B83-A47F-6E9D32154594}" type="presParOf" srcId="{31FD7E90-753C-42B5-B9F7-5D2604D03AB9}" destId="{9AE1C230-5623-4FEC-8A12-CF61D044254E}" srcOrd="0" destOrd="0" presId="urn:microsoft.com/office/officeart/2018/2/layout/IconLabelList"/>
    <dgm:cxn modelId="{1722EC7C-224F-49A7-A5D2-6C59B7D5C7E2}" type="presParOf" srcId="{31FD7E90-753C-42B5-B9F7-5D2604D03AB9}" destId="{4B83C0B0-E2D1-49B8-9ADC-4E6CAAF606D7}" srcOrd="1" destOrd="0" presId="urn:microsoft.com/office/officeart/2018/2/layout/IconLabelList"/>
    <dgm:cxn modelId="{34B1E91C-3FEF-408A-A155-8D3717871F33}" type="presParOf" srcId="{31FD7E90-753C-42B5-B9F7-5D2604D03AB9}" destId="{4C174DB0-CFBA-4196-8057-81972C0BE593}" srcOrd="2" destOrd="0" presId="urn:microsoft.com/office/officeart/2018/2/layout/IconLabelList"/>
    <dgm:cxn modelId="{E4F536AC-2B06-424D-B9B7-467FF0C48085}" type="presParOf" srcId="{77262DB1-7330-44A4-B090-4EF5D66FA133}" destId="{C3DC24E5-3FC5-4E67-A84E-3C2A70F15697}" srcOrd="7" destOrd="0" presId="urn:microsoft.com/office/officeart/2018/2/layout/IconLabelList"/>
    <dgm:cxn modelId="{559F8F80-8149-49E0-B564-09B963CDFA11}" type="presParOf" srcId="{77262DB1-7330-44A4-B090-4EF5D66FA133}" destId="{09CAF243-5B87-4A31-9AC2-214D83569425}" srcOrd="8" destOrd="0" presId="urn:microsoft.com/office/officeart/2018/2/layout/IconLabelList"/>
    <dgm:cxn modelId="{EC15AB46-65D7-43BB-8DAB-3D4AC3C159E2}" type="presParOf" srcId="{09CAF243-5B87-4A31-9AC2-214D83569425}" destId="{87FDF1A8-0639-4790-BB85-5588926A0522}" srcOrd="0" destOrd="0" presId="urn:microsoft.com/office/officeart/2018/2/layout/IconLabelList"/>
    <dgm:cxn modelId="{C1D379D5-9140-4E4A-AE13-67BF3AB67BE1}" type="presParOf" srcId="{09CAF243-5B87-4A31-9AC2-214D83569425}" destId="{D0624D4C-5486-43C1-98FC-C5556CAA3FD0}" srcOrd="1" destOrd="0" presId="urn:microsoft.com/office/officeart/2018/2/layout/IconLabelList"/>
    <dgm:cxn modelId="{41E5D823-8A82-4801-B1C5-18A4A9DB6535}" type="presParOf" srcId="{09CAF243-5B87-4A31-9AC2-214D83569425}" destId="{CFBC1040-3DCF-42D0-80D4-C8D0CF418C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6C5DAF-90D3-4C42-A0E0-E9161863E7A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6A480F2-3B04-4C50-81A5-57BF8A6D424A}">
      <dgm:prSet/>
      <dgm:spPr/>
      <dgm:t>
        <a:bodyPr/>
        <a:lstStyle/>
        <a:p>
          <a:r>
            <a:rPr lang="en-US"/>
            <a:t>Which products or product families are most affected by downtime?</a:t>
          </a:r>
        </a:p>
      </dgm:t>
    </dgm:pt>
    <dgm:pt modelId="{2D7D0321-9B05-425C-AE97-8E27E48B13D2}" type="parTrans" cxnId="{57A550D9-5146-47B9-9564-BF6E29660C42}">
      <dgm:prSet/>
      <dgm:spPr/>
      <dgm:t>
        <a:bodyPr/>
        <a:lstStyle/>
        <a:p>
          <a:endParaRPr lang="en-US"/>
        </a:p>
      </dgm:t>
    </dgm:pt>
    <dgm:pt modelId="{1B959BE8-43F9-43D9-A2BB-AB616F8B09EE}" type="sibTrans" cxnId="{57A550D9-5146-47B9-9564-BF6E29660C42}">
      <dgm:prSet/>
      <dgm:spPr/>
      <dgm:t>
        <a:bodyPr/>
        <a:lstStyle/>
        <a:p>
          <a:endParaRPr lang="en-US"/>
        </a:p>
      </dgm:t>
    </dgm:pt>
    <dgm:pt modelId="{5B246A6E-EC86-41ED-A249-254EB907F71B}">
      <dgm:prSet/>
      <dgm:spPr/>
      <dgm:t>
        <a:bodyPr/>
        <a:lstStyle/>
        <a:p>
          <a:r>
            <a:rPr lang="en-US" dirty="0"/>
            <a:t>What is the average downtime per product?</a:t>
          </a:r>
        </a:p>
      </dgm:t>
    </dgm:pt>
    <dgm:pt modelId="{E48A00F3-7C04-4A9C-B273-9BA4BC520BF6}" type="parTrans" cxnId="{61724AAF-92E1-432A-A8B1-E69A8B517FE2}">
      <dgm:prSet/>
      <dgm:spPr/>
      <dgm:t>
        <a:bodyPr/>
        <a:lstStyle/>
        <a:p>
          <a:endParaRPr lang="en-US"/>
        </a:p>
      </dgm:t>
    </dgm:pt>
    <dgm:pt modelId="{76B313B6-9683-4301-A97C-9A0C4465DA4C}" type="sibTrans" cxnId="{61724AAF-92E1-432A-A8B1-E69A8B517FE2}">
      <dgm:prSet/>
      <dgm:spPr/>
      <dgm:t>
        <a:bodyPr/>
        <a:lstStyle/>
        <a:p>
          <a:endParaRPr lang="en-US"/>
        </a:p>
      </dgm:t>
    </dgm:pt>
    <dgm:pt modelId="{C11D5A06-7531-46BC-B3B5-5867DA3EA5D7}">
      <dgm:prSet/>
      <dgm:spPr/>
      <dgm:t>
        <a:bodyPr/>
        <a:lstStyle/>
        <a:p>
          <a:r>
            <a:rPr lang="en-US"/>
            <a:t>Are certain product types linked to specific downtime factors?</a:t>
          </a:r>
        </a:p>
      </dgm:t>
    </dgm:pt>
    <dgm:pt modelId="{D620BF29-2170-4F02-9AFC-4ACADD51DB21}" type="parTrans" cxnId="{47F163B9-1C1D-4D3B-916C-3B13D4FF340E}">
      <dgm:prSet/>
      <dgm:spPr/>
      <dgm:t>
        <a:bodyPr/>
        <a:lstStyle/>
        <a:p>
          <a:endParaRPr lang="en-US"/>
        </a:p>
      </dgm:t>
    </dgm:pt>
    <dgm:pt modelId="{5F54D319-8084-455A-8A8D-2AB7499ACB8A}" type="sibTrans" cxnId="{47F163B9-1C1D-4D3B-916C-3B13D4FF340E}">
      <dgm:prSet/>
      <dgm:spPr/>
      <dgm:t>
        <a:bodyPr/>
        <a:lstStyle/>
        <a:p>
          <a:endParaRPr lang="en-US"/>
        </a:p>
      </dgm:t>
    </dgm:pt>
    <dgm:pt modelId="{EF62B5DF-24BA-4F61-BD08-7FCE467DA73B}">
      <dgm:prSet/>
      <dgm:spPr/>
      <dgm:t>
        <a:bodyPr/>
        <a:lstStyle/>
        <a:p>
          <a:r>
            <a:rPr lang="en-US" dirty="0"/>
            <a:t>How does downtime duration affect units lost for different products?</a:t>
          </a:r>
        </a:p>
      </dgm:t>
    </dgm:pt>
    <dgm:pt modelId="{2783710A-28F1-492D-ABF7-08D15C3AE085}" type="parTrans" cxnId="{D3E44ED5-57B7-4920-BA6C-816E1AFA7478}">
      <dgm:prSet/>
      <dgm:spPr/>
      <dgm:t>
        <a:bodyPr/>
        <a:lstStyle/>
        <a:p>
          <a:endParaRPr lang="en-US"/>
        </a:p>
      </dgm:t>
    </dgm:pt>
    <dgm:pt modelId="{66B6E04D-0260-4B1E-9111-CAAA3A4DBC7A}" type="sibTrans" cxnId="{D3E44ED5-57B7-4920-BA6C-816E1AFA7478}">
      <dgm:prSet/>
      <dgm:spPr/>
      <dgm:t>
        <a:bodyPr/>
        <a:lstStyle/>
        <a:p>
          <a:endParaRPr lang="en-US"/>
        </a:p>
      </dgm:t>
    </dgm:pt>
    <dgm:pt modelId="{240AD41C-FCB8-4D7F-A58E-4B84AE2CE1BA}" type="pres">
      <dgm:prSet presAssocID="{D46C5DAF-90D3-4C42-A0E0-E9161863E7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838C497-90B5-4500-9904-EF64FE5A62CE}" type="pres">
      <dgm:prSet presAssocID="{96A480F2-3B04-4C50-81A5-57BF8A6D424A}" presName="hierRoot1" presStyleCnt="0"/>
      <dgm:spPr/>
    </dgm:pt>
    <dgm:pt modelId="{FBDE92C0-7CA2-447A-87A3-BFB2717F36B3}" type="pres">
      <dgm:prSet presAssocID="{96A480F2-3B04-4C50-81A5-57BF8A6D424A}" presName="composite" presStyleCnt="0"/>
      <dgm:spPr/>
    </dgm:pt>
    <dgm:pt modelId="{F9E8FCF6-FB98-400A-924A-BB08083A7D30}" type="pres">
      <dgm:prSet presAssocID="{96A480F2-3B04-4C50-81A5-57BF8A6D424A}" presName="background" presStyleLbl="node0" presStyleIdx="0" presStyleCnt="4"/>
      <dgm:spPr/>
    </dgm:pt>
    <dgm:pt modelId="{C2696BC4-135A-48B3-B6A4-ECE10B6FE840}" type="pres">
      <dgm:prSet presAssocID="{96A480F2-3B04-4C50-81A5-57BF8A6D424A}" presName="text" presStyleLbl="fgAcc0" presStyleIdx="0" presStyleCnt="4">
        <dgm:presLayoutVars>
          <dgm:chPref val="3"/>
        </dgm:presLayoutVars>
      </dgm:prSet>
      <dgm:spPr/>
    </dgm:pt>
    <dgm:pt modelId="{4135F0F0-4537-47EE-A9F2-D8CD16CA0FD3}" type="pres">
      <dgm:prSet presAssocID="{96A480F2-3B04-4C50-81A5-57BF8A6D424A}" presName="hierChild2" presStyleCnt="0"/>
      <dgm:spPr/>
    </dgm:pt>
    <dgm:pt modelId="{601C8E20-B554-441A-8170-C8AF7F93DC71}" type="pres">
      <dgm:prSet presAssocID="{5B246A6E-EC86-41ED-A249-254EB907F71B}" presName="hierRoot1" presStyleCnt="0"/>
      <dgm:spPr/>
    </dgm:pt>
    <dgm:pt modelId="{9F02CA3A-6E3B-4FB6-8FA9-DBE146D8B986}" type="pres">
      <dgm:prSet presAssocID="{5B246A6E-EC86-41ED-A249-254EB907F71B}" presName="composite" presStyleCnt="0"/>
      <dgm:spPr/>
    </dgm:pt>
    <dgm:pt modelId="{D643C23D-66CB-4C41-9701-C5F1250AD0FF}" type="pres">
      <dgm:prSet presAssocID="{5B246A6E-EC86-41ED-A249-254EB907F71B}" presName="background" presStyleLbl="node0" presStyleIdx="1" presStyleCnt="4"/>
      <dgm:spPr/>
    </dgm:pt>
    <dgm:pt modelId="{BF38F263-E2F4-4163-B727-DFDBD447B048}" type="pres">
      <dgm:prSet presAssocID="{5B246A6E-EC86-41ED-A249-254EB907F71B}" presName="text" presStyleLbl="fgAcc0" presStyleIdx="1" presStyleCnt="4">
        <dgm:presLayoutVars>
          <dgm:chPref val="3"/>
        </dgm:presLayoutVars>
      </dgm:prSet>
      <dgm:spPr/>
    </dgm:pt>
    <dgm:pt modelId="{93ADF4EB-16DC-43F0-83D0-3FB825AE7169}" type="pres">
      <dgm:prSet presAssocID="{5B246A6E-EC86-41ED-A249-254EB907F71B}" presName="hierChild2" presStyleCnt="0"/>
      <dgm:spPr/>
    </dgm:pt>
    <dgm:pt modelId="{77AB4712-1101-413E-AE25-1363002C3CF9}" type="pres">
      <dgm:prSet presAssocID="{C11D5A06-7531-46BC-B3B5-5867DA3EA5D7}" presName="hierRoot1" presStyleCnt="0"/>
      <dgm:spPr/>
    </dgm:pt>
    <dgm:pt modelId="{8A7EBF0C-81BB-49BE-BB3E-96A4534AF243}" type="pres">
      <dgm:prSet presAssocID="{C11D5A06-7531-46BC-B3B5-5867DA3EA5D7}" presName="composite" presStyleCnt="0"/>
      <dgm:spPr/>
    </dgm:pt>
    <dgm:pt modelId="{0E37463F-28BD-4D20-A10E-9ECD37FA56B5}" type="pres">
      <dgm:prSet presAssocID="{C11D5A06-7531-46BC-B3B5-5867DA3EA5D7}" presName="background" presStyleLbl="node0" presStyleIdx="2" presStyleCnt="4"/>
      <dgm:spPr/>
    </dgm:pt>
    <dgm:pt modelId="{D58A146B-8EE5-4C37-A8C7-80A5C5551A1C}" type="pres">
      <dgm:prSet presAssocID="{C11D5A06-7531-46BC-B3B5-5867DA3EA5D7}" presName="text" presStyleLbl="fgAcc0" presStyleIdx="2" presStyleCnt="4">
        <dgm:presLayoutVars>
          <dgm:chPref val="3"/>
        </dgm:presLayoutVars>
      </dgm:prSet>
      <dgm:spPr/>
    </dgm:pt>
    <dgm:pt modelId="{EB692848-8539-494B-9D83-C0DEC422C738}" type="pres">
      <dgm:prSet presAssocID="{C11D5A06-7531-46BC-B3B5-5867DA3EA5D7}" presName="hierChild2" presStyleCnt="0"/>
      <dgm:spPr/>
    </dgm:pt>
    <dgm:pt modelId="{09C72FCE-D796-42F8-9DF0-CFEFBEDFBF0F}" type="pres">
      <dgm:prSet presAssocID="{EF62B5DF-24BA-4F61-BD08-7FCE467DA73B}" presName="hierRoot1" presStyleCnt="0"/>
      <dgm:spPr/>
    </dgm:pt>
    <dgm:pt modelId="{3EE026F1-3299-440E-8192-0D3715BC18AC}" type="pres">
      <dgm:prSet presAssocID="{EF62B5DF-24BA-4F61-BD08-7FCE467DA73B}" presName="composite" presStyleCnt="0"/>
      <dgm:spPr/>
    </dgm:pt>
    <dgm:pt modelId="{25AC3921-3616-4EA0-9C21-8755D1789684}" type="pres">
      <dgm:prSet presAssocID="{EF62B5DF-24BA-4F61-BD08-7FCE467DA73B}" presName="background" presStyleLbl="node0" presStyleIdx="3" presStyleCnt="4"/>
      <dgm:spPr/>
    </dgm:pt>
    <dgm:pt modelId="{F579F268-326D-46E6-9597-CFED8EB23E63}" type="pres">
      <dgm:prSet presAssocID="{EF62B5DF-24BA-4F61-BD08-7FCE467DA73B}" presName="text" presStyleLbl="fgAcc0" presStyleIdx="3" presStyleCnt="4">
        <dgm:presLayoutVars>
          <dgm:chPref val="3"/>
        </dgm:presLayoutVars>
      </dgm:prSet>
      <dgm:spPr/>
    </dgm:pt>
    <dgm:pt modelId="{EDBC9EB4-05AB-42D5-A63A-EBCEBD04B822}" type="pres">
      <dgm:prSet presAssocID="{EF62B5DF-24BA-4F61-BD08-7FCE467DA73B}" presName="hierChild2" presStyleCnt="0"/>
      <dgm:spPr/>
    </dgm:pt>
  </dgm:ptLst>
  <dgm:cxnLst>
    <dgm:cxn modelId="{2C8F2C33-2242-47DF-AA87-EE67935AA938}" type="presOf" srcId="{EF62B5DF-24BA-4F61-BD08-7FCE467DA73B}" destId="{F579F268-326D-46E6-9597-CFED8EB23E63}" srcOrd="0" destOrd="0" presId="urn:microsoft.com/office/officeart/2005/8/layout/hierarchy1"/>
    <dgm:cxn modelId="{90FE6F3D-D490-418D-A93A-2FEC9BCF90A9}" type="presOf" srcId="{96A480F2-3B04-4C50-81A5-57BF8A6D424A}" destId="{C2696BC4-135A-48B3-B6A4-ECE10B6FE840}" srcOrd="0" destOrd="0" presId="urn:microsoft.com/office/officeart/2005/8/layout/hierarchy1"/>
    <dgm:cxn modelId="{F85D5D84-DE50-436F-84E2-6E6D32148FC7}" type="presOf" srcId="{C11D5A06-7531-46BC-B3B5-5867DA3EA5D7}" destId="{D58A146B-8EE5-4C37-A8C7-80A5C5551A1C}" srcOrd="0" destOrd="0" presId="urn:microsoft.com/office/officeart/2005/8/layout/hierarchy1"/>
    <dgm:cxn modelId="{44F04086-B0C4-4904-9042-49BFFB78ED75}" type="presOf" srcId="{5B246A6E-EC86-41ED-A249-254EB907F71B}" destId="{BF38F263-E2F4-4163-B727-DFDBD447B048}" srcOrd="0" destOrd="0" presId="urn:microsoft.com/office/officeart/2005/8/layout/hierarchy1"/>
    <dgm:cxn modelId="{380EE589-EF3E-439D-81D2-5E7E58CE7697}" type="presOf" srcId="{D46C5DAF-90D3-4C42-A0E0-E9161863E7A3}" destId="{240AD41C-FCB8-4D7F-A58E-4B84AE2CE1BA}" srcOrd="0" destOrd="0" presId="urn:microsoft.com/office/officeart/2005/8/layout/hierarchy1"/>
    <dgm:cxn modelId="{61724AAF-92E1-432A-A8B1-E69A8B517FE2}" srcId="{D46C5DAF-90D3-4C42-A0E0-E9161863E7A3}" destId="{5B246A6E-EC86-41ED-A249-254EB907F71B}" srcOrd="1" destOrd="0" parTransId="{E48A00F3-7C04-4A9C-B273-9BA4BC520BF6}" sibTransId="{76B313B6-9683-4301-A97C-9A0C4465DA4C}"/>
    <dgm:cxn modelId="{47F163B9-1C1D-4D3B-916C-3B13D4FF340E}" srcId="{D46C5DAF-90D3-4C42-A0E0-E9161863E7A3}" destId="{C11D5A06-7531-46BC-B3B5-5867DA3EA5D7}" srcOrd="2" destOrd="0" parTransId="{D620BF29-2170-4F02-9AFC-4ACADD51DB21}" sibTransId="{5F54D319-8084-455A-8A8D-2AB7499ACB8A}"/>
    <dgm:cxn modelId="{D3E44ED5-57B7-4920-BA6C-816E1AFA7478}" srcId="{D46C5DAF-90D3-4C42-A0E0-E9161863E7A3}" destId="{EF62B5DF-24BA-4F61-BD08-7FCE467DA73B}" srcOrd="3" destOrd="0" parTransId="{2783710A-28F1-492D-ABF7-08D15C3AE085}" sibTransId="{66B6E04D-0260-4B1E-9111-CAAA3A4DBC7A}"/>
    <dgm:cxn modelId="{57A550D9-5146-47B9-9564-BF6E29660C42}" srcId="{D46C5DAF-90D3-4C42-A0E0-E9161863E7A3}" destId="{96A480F2-3B04-4C50-81A5-57BF8A6D424A}" srcOrd="0" destOrd="0" parTransId="{2D7D0321-9B05-425C-AE97-8E27E48B13D2}" sibTransId="{1B959BE8-43F9-43D9-A2BB-AB616F8B09EE}"/>
    <dgm:cxn modelId="{F8A0F153-49C2-450F-B328-60A946DA0D24}" type="presParOf" srcId="{240AD41C-FCB8-4D7F-A58E-4B84AE2CE1BA}" destId="{5838C497-90B5-4500-9904-EF64FE5A62CE}" srcOrd="0" destOrd="0" presId="urn:microsoft.com/office/officeart/2005/8/layout/hierarchy1"/>
    <dgm:cxn modelId="{A2BAC503-8C18-4B8A-8AD6-A1C8BCB400C0}" type="presParOf" srcId="{5838C497-90B5-4500-9904-EF64FE5A62CE}" destId="{FBDE92C0-7CA2-447A-87A3-BFB2717F36B3}" srcOrd="0" destOrd="0" presId="urn:microsoft.com/office/officeart/2005/8/layout/hierarchy1"/>
    <dgm:cxn modelId="{44134504-B490-41C1-A5FD-B501869F6E80}" type="presParOf" srcId="{FBDE92C0-7CA2-447A-87A3-BFB2717F36B3}" destId="{F9E8FCF6-FB98-400A-924A-BB08083A7D30}" srcOrd="0" destOrd="0" presId="urn:microsoft.com/office/officeart/2005/8/layout/hierarchy1"/>
    <dgm:cxn modelId="{A0DDD8B0-A485-48D8-B8F7-60D6A3DFE8AC}" type="presParOf" srcId="{FBDE92C0-7CA2-447A-87A3-BFB2717F36B3}" destId="{C2696BC4-135A-48B3-B6A4-ECE10B6FE840}" srcOrd="1" destOrd="0" presId="urn:microsoft.com/office/officeart/2005/8/layout/hierarchy1"/>
    <dgm:cxn modelId="{01B8672A-1B51-4E21-968C-6A2898C7DA38}" type="presParOf" srcId="{5838C497-90B5-4500-9904-EF64FE5A62CE}" destId="{4135F0F0-4537-47EE-A9F2-D8CD16CA0FD3}" srcOrd="1" destOrd="0" presId="urn:microsoft.com/office/officeart/2005/8/layout/hierarchy1"/>
    <dgm:cxn modelId="{E5D806C1-82CC-486D-AEE7-9E09C8F70DB7}" type="presParOf" srcId="{240AD41C-FCB8-4D7F-A58E-4B84AE2CE1BA}" destId="{601C8E20-B554-441A-8170-C8AF7F93DC71}" srcOrd="1" destOrd="0" presId="urn:microsoft.com/office/officeart/2005/8/layout/hierarchy1"/>
    <dgm:cxn modelId="{95C659C7-ED67-4C55-AEA4-76E321EA2606}" type="presParOf" srcId="{601C8E20-B554-441A-8170-C8AF7F93DC71}" destId="{9F02CA3A-6E3B-4FB6-8FA9-DBE146D8B986}" srcOrd="0" destOrd="0" presId="urn:microsoft.com/office/officeart/2005/8/layout/hierarchy1"/>
    <dgm:cxn modelId="{1F5219DF-3B4C-4BEF-94B4-ADF562B6A2C4}" type="presParOf" srcId="{9F02CA3A-6E3B-4FB6-8FA9-DBE146D8B986}" destId="{D643C23D-66CB-4C41-9701-C5F1250AD0FF}" srcOrd="0" destOrd="0" presId="urn:microsoft.com/office/officeart/2005/8/layout/hierarchy1"/>
    <dgm:cxn modelId="{E5731D86-0744-4707-8A8D-DB6761A868F6}" type="presParOf" srcId="{9F02CA3A-6E3B-4FB6-8FA9-DBE146D8B986}" destId="{BF38F263-E2F4-4163-B727-DFDBD447B048}" srcOrd="1" destOrd="0" presId="urn:microsoft.com/office/officeart/2005/8/layout/hierarchy1"/>
    <dgm:cxn modelId="{47800152-AA34-4F09-8078-ED9F8090D11B}" type="presParOf" srcId="{601C8E20-B554-441A-8170-C8AF7F93DC71}" destId="{93ADF4EB-16DC-43F0-83D0-3FB825AE7169}" srcOrd="1" destOrd="0" presId="urn:microsoft.com/office/officeart/2005/8/layout/hierarchy1"/>
    <dgm:cxn modelId="{7D1C80E1-A90F-4CB6-8AE1-EFB1AF6E8C6F}" type="presParOf" srcId="{240AD41C-FCB8-4D7F-A58E-4B84AE2CE1BA}" destId="{77AB4712-1101-413E-AE25-1363002C3CF9}" srcOrd="2" destOrd="0" presId="urn:microsoft.com/office/officeart/2005/8/layout/hierarchy1"/>
    <dgm:cxn modelId="{DDCFB70D-47C9-44F4-A10F-F3F3733F2586}" type="presParOf" srcId="{77AB4712-1101-413E-AE25-1363002C3CF9}" destId="{8A7EBF0C-81BB-49BE-BB3E-96A4534AF243}" srcOrd="0" destOrd="0" presId="urn:microsoft.com/office/officeart/2005/8/layout/hierarchy1"/>
    <dgm:cxn modelId="{97C82D4E-944F-4508-91D0-67E4099DB0EE}" type="presParOf" srcId="{8A7EBF0C-81BB-49BE-BB3E-96A4534AF243}" destId="{0E37463F-28BD-4D20-A10E-9ECD37FA56B5}" srcOrd="0" destOrd="0" presId="urn:microsoft.com/office/officeart/2005/8/layout/hierarchy1"/>
    <dgm:cxn modelId="{0B0286D1-17BA-4C43-AFDA-26F6DA4F1304}" type="presParOf" srcId="{8A7EBF0C-81BB-49BE-BB3E-96A4534AF243}" destId="{D58A146B-8EE5-4C37-A8C7-80A5C5551A1C}" srcOrd="1" destOrd="0" presId="urn:microsoft.com/office/officeart/2005/8/layout/hierarchy1"/>
    <dgm:cxn modelId="{F81973CB-B5C6-4241-8045-22E3E98D122C}" type="presParOf" srcId="{77AB4712-1101-413E-AE25-1363002C3CF9}" destId="{EB692848-8539-494B-9D83-C0DEC422C738}" srcOrd="1" destOrd="0" presId="urn:microsoft.com/office/officeart/2005/8/layout/hierarchy1"/>
    <dgm:cxn modelId="{8BCECE2C-7A4A-45E9-AF9A-FFEF32863D73}" type="presParOf" srcId="{240AD41C-FCB8-4D7F-A58E-4B84AE2CE1BA}" destId="{09C72FCE-D796-42F8-9DF0-CFEFBEDFBF0F}" srcOrd="3" destOrd="0" presId="urn:microsoft.com/office/officeart/2005/8/layout/hierarchy1"/>
    <dgm:cxn modelId="{1711928F-66C7-4EB3-AB07-82F7B6EDCC01}" type="presParOf" srcId="{09C72FCE-D796-42F8-9DF0-CFEFBEDFBF0F}" destId="{3EE026F1-3299-440E-8192-0D3715BC18AC}" srcOrd="0" destOrd="0" presId="urn:microsoft.com/office/officeart/2005/8/layout/hierarchy1"/>
    <dgm:cxn modelId="{65EDCD24-FA38-4922-AA6A-5279D9F24119}" type="presParOf" srcId="{3EE026F1-3299-440E-8192-0D3715BC18AC}" destId="{25AC3921-3616-4EA0-9C21-8755D1789684}" srcOrd="0" destOrd="0" presId="urn:microsoft.com/office/officeart/2005/8/layout/hierarchy1"/>
    <dgm:cxn modelId="{5868BC9C-0EFA-48C3-B3F5-6AAD88FF9755}" type="presParOf" srcId="{3EE026F1-3299-440E-8192-0D3715BC18AC}" destId="{F579F268-326D-46E6-9597-CFED8EB23E63}" srcOrd="1" destOrd="0" presId="urn:microsoft.com/office/officeart/2005/8/layout/hierarchy1"/>
    <dgm:cxn modelId="{A46FCB3F-8559-4DF4-83E6-F167D87E1FC1}" type="presParOf" srcId="{09C72FCE-D796-42F8-9DF0-CFEFBEDFBF0F}" destId="{EDBC9EB4-05AB-42D5-A63A-EBCEBD04B8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047050-32F2-459F-9AB7-0181B77791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42CB6C4-1C12-4DF8-BBA2-4F066AA6A3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top downtime causes (factors)?</a:t>
          </a:r>
        </a:p>
      </dgm:t>
    </dgm:pt>
    <dgm:pt modelId="{CB930633-7B8E-423B-9FAA-628C363A284A}" type="parTrans" cxnId="{DEAC58F0-E98B-48F9-B20A-3CD9E7ACD41C}">
      <dgm:prSet/>
      <dgm:spPr/>
      <dgm:t>
        <a:bodyPr/>
        <a:lstStyle/>
        <a:p>
          <a:endParaRPr lang="en-US"/>
        </a:p>
      </dgm:t>
    </dgm:pt>
    <dgm:pt modelId="{DA447652-D456-4CF1-8797-E5BC9D2608D9}" type="sibTrans" cxnId="{DEAC58F0-E98B-48F9-B20A-3CD9E7ACD41C}">
      <dgm:prSet/>
      <dgm:spPr/>
      <dgm:t>
        <a:bodyPr/>
        <a:lstStyle/>
        <a:p>
          <a:endParaRPr lang="en-US"/>
        </a:p>
      </dgm:t>
    </dgm:pt>
    <dgm:pt modelId="{B3DB52B8-B650-4956-BA19-CF43F938D1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much total downtime is attributed to each factor?</a:t>
          </a:r>
        </a:p>
      </dgm:t>
    </dgm:pt>
    <dgm:pt modelId="{A52854F8-30C3-4EA8-B8B6-F679777C4C64}" type="parTrans" cxnId="{FEAE16C4-A6DC-4463-A19B-C27E112B9EEB}">
      <dgm:prSet/>
      <dgm:spPr/>
      <dgm:t>
        <a:bodyPr/>
        <a:lstStyle/>
        <a:p>
          <a:endParaRPr lang="en-US"/>
        </a:p>
      </dgm:t>
    </dgm:pt>
    <dgm:pt modelId="{C5968154-E022-41B1-ACF3-F61B2F878981}" type="sibTrans" cxnId="{FEAE16C4-A6DC-4463-A19B-C27E112B9EEB}">
      <dgm:prSet/>
      <dgm:spPr/>
      <dgm:t>
        <a:bodyPr/>
        <a:lstStyle/>
        <a:p>
          <a:endParaRPr lang="en-US"/>
        </a:p>
      </dgm:t>
    </dgm:pt>
    <dgm:pt modelId="{CBC40F7D-BC3A-4384-94AC-96275692B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lines are most affected by specific factors (e.g., Mechanical, Setup, Electrical)?</a:t>
          </a:r>
        </a:p>
      </dgm:t>
    </dgm:pt>
    <dgm:pt modelId="{502EDEB0-5B94-43FE-9BAE-418540BADE91}" type="parTrans" cxnId="{E47726AE-B0C2-4FFB-8DE6-B6C016004C63}">
      <dgm:prSet/>
      <dgm:spPr/>
      <dgm:t>
        <a:bodyPr/>
        <a:lstStyle/>
        <a:p>
          <a:endParaRPr lang="en-US"/>
        </a:p>
      </dgm:t>
    </dgm:pt>
    <dgm:pt modelId="{0C5BAFD8-0BF0-4007-A108-A5571361D08E}" type="sibTrans" cxnId="{E47726AE-B0C2-4FFB-8DE6-B6C016004C63}">
      <dgm:prSet/>
      <dgm:spPr/>
      <dgm:t>
        <a:bodyPr/>
        <a:lstStyle/>
        <a:p>
          <a:endParaRPr lang="en-US"/>
        </a:p>
      </dgm:t>
    </dgm:pt>
    <dgm:pt modelId="{14C60D66-8C8E-4257-B84F-5A34F6054C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do downtime durations vary across different factors?</a:t>
          </a:r>
        </a:p>
      </dgm:t>
    </dgm:pt>
    <dgm:pt modelId="{2A41B259-4C11-452F-B235-828784AB6C0F}" type="parTrans" cxnId="{11088A47-95D3-4BC3-80BB-F8D7B52E35F8}">
      <dgm:prSet/>
      <dgm:spPr/>
      <dgm:t>
        <a:bodyPr/>
        <a:lstStyle/>
        <a:p>
          <a:endParaRPr lang="en-US"/>
        </a:p>
      </dgm:t>
    </dgm:pt>
    <dgm:pt modelId="{B2C9236B-E5EF-467F-8E4E-7A50B4D49E38}" type="sibTrans" cxnId="{11088A47-95D3-4BC3-80BB-F8D7B52E35F8}">
      <dgm:prSet/>
      <dgm:spPr/>
      <dgm:t>
        <a:bodyPr/>
        <a:lstStyle/>
        <a:p>
          <a:endParaRPr lang="en-US"/>
        </a:p>
      </dgm:t>
    </dgm:pt>
    <dgm:pt modelId="{5ECADEC7-269F-4FD1-9A17-E4044BDF52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often do each of the factors occur (frequency count)?</a:t>
          </a:r>
        </a:p>
      </dgm:t>
    </dgm:pt>
    <dgm:pt modelId="{9D038502-9D88-42BB-B03E-232E0CBDED4B}" type="parTrans" cxnId="{E477875E-73AC-4C8F-BDFF-16352DB8BB34}">
      <dgm:prSet/>
      <dgm:spPr/>
      <dgm:t>
        <a:bodyPr/>
        <a:lstStyle/>
        <a:p>
          <a:endParaRPr lang="en-US"/>
        </a:p>
      </dgm:t>
    </dgm:pt>
    <dgm:pt modelId="{A9CC2215-6342-4A5B-9E72-C0BB1B83E83D}" type="sibTrans" cxnId="{E477875E-73AC-4C8F-BDFF-16352DB8BB34}">
      <dgm:prSet/>
      <dgm:spPr/>
      <dgm:t>
        <a:bodyPr/>
        <a:lstStyle/>
        <a:p>
          <a:endParaRPr lang="en-US"/>
        </a:p>
      </dgm:t>
    </dgm:pt>
    <dgm:pt modelId="{B78ABF4D-CBAD-4E3F-8653-2B414B6FF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factor has the highest impact on lost units?</a:t>
          </a:r>
        </a:p>
      </dgm:t>
    </dgm:pt>
    <dgm:pt modelId="{D76C9CC6-127B-4F9E-BE52-265E1EB72296}" type="parTrans" cxnId="{C9A03AB0-09A5-4B78-9C1D-3F7AFD32FEFA}">
      <dgm:prSet/>
      <dgm:spPr/>
      <dgm:t>
        <a:bodyPr/>
        <a:lstStyle/>
        <a:p>
          <a:endParaRPr lang="en-US"/>
        </a:p>
      </dgm:t>
    </dgm:pt>
    <dgm:pt modelId="{8A6FA3D3-78AC-4DA1-A295-B121E50F5B19}" type="sibTrans" cxnId="{C9A03AB0-09A5-4B78-9C1D-3F7AFD32FEFA}">
      <dgm:prSet/>
      <dgm:spPr/>
      <dgm:t>
        <a:bodyPr/>
        <a:lstStyle/>
        <a:p>
          <a:endParaRPr lang="en-US"/>
        </a:p>
      </dgm:t>
    </dgm:pt>
    <dgm:pt modelId="{2AFFE764-A061-4F90-8FF1-F027AF49BC49}" type="pres">
      <dgm:prSet presAssocID="{84047050-32F2-459F-9AB7-0181B7779154}" presName="root" presStyleCnt="0">
        <dgm:presLayoutVars>
          <dgm:dir/>
          <dgm:resizeHandles val="exact"/>
        </dgm:presLayoutVars>
      </dgm:prSet>
      <dgm:spPr/>
    </dgm:pt>
    <dgm:pt modelId="{A11FEA9F-1DC5-4D5E-9961-277F570C4681}" type="pres">
      <dgm:prSet presAssocID="{442CB6C4-1C12-4DF8-BBA2-4F066AA6A3FE}" presName="compNode" presStyleCnt="0"/>
      <dgm:spPr/>
    </dgm:pt>
    <dgm:pt modelId="{F5E1522B-5D4F-41DF-8B3D-8CF775969BC1}" type="pres">
      <dgm:prSet presAssocID="{442CB6C4-1C12-4DF8-BBA2-4F066AA6A3FE}" presName="bgRect" presStyleLbl="bgShp" presStyleIdx="0" presStyleCnt="6"/>
      <dgm:spPr/>
    </dgm:pt>
    <dgm:pt modelId="{C0CA6D0E-8E33-4A25-9D65-C39947D1BFBE}" type="pres">
      <dgm:prSet presAssocID="{442CB6C4-1C12-4DF8-BBA2-4F066AA6A3F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0D50D388-946B-402F-BEB5-EEB344E20CFA}" type="pres">
      <dgm:prSet presAssocID="{442CB6C4-1C12-4DF8-BBA2-4F066AA6A3FE}" presName="spaceRect" presStyleCnt="0"/>
      <dgm:spPr/>
    </dgm:pt>
    <dgm:pt modelId="{D021C0FA-2F8B-41BB-ADAE-9A4C8D96539D}" type="pres">
      <dgm:prSet presAssocID="{442CB6C4-1C12-4DF8-BBA2-4F066AA6A3FE}" presName="parTx" presStyleLbl="revTx" presStyleIdx="0" presStyleCnt="6">
        <dgm:presLayoutVars>
          <dgm:chMax val="0"/>
          <dgm:chPref val="0"/>
        </dgm:presLayoutVars>
      </dgm:prSet>
      <dgm:spPr/>
    </dgm:pt>
    <dgm:pt modelId="{0FB309DF-8E07-45EC-9D30-4EFA05EAF69B}" type="pres">
      <dgm:prSet presAssocID="{DA447652-D456-4CF1-8797-E5BC9D2608D9}" presName="sibTrans" presStyleCnt="0"/>
      <dgm:spPr/>
    </dgm:pt>
    <dgm:pt modelId="{AF422E7C-608F-4663-9F10-8EB492B53CC2}" type="pres">
      <dgm:prSet presAssocID="{B3DB52B8-B650-4956-BA19-CF43F938D1B7}" presName="compNode" presStyleCnt="0"/>
      <dgm:spPr/>
    </dgm:pt>
    <dgm:pt modelId="{5C896CD5-D826-4EB1-AD07-20448CA1A17E}" type="pres">
      <dgm:prSet presAssocID="{B3DB52B8-B650-4956-BA19-CF43F938D1B7}" presName="bgRect" presStyleLbl="bgShp" presStyleIdx="1" presStyleCnt="6"/>
      <dgm:spPr/>
    </dgm:pt>
    <dgm:pt modelId="{BC81D342-C95A-46A4-8C76-60A67C16791C}" type="pres">
      <dgm:prSet presAssocID="{B3DB52B8-B650-4956-BA19-CF43F938D1B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8C31E60-6A5D-483F-9AA9-72186B0CC49C}" type="pres">
      <dgm:prSet presAssocID="{B3DB52B8-B650-4956-BA19-CF43F938D1B7}" presName="spaceRect" presStyleCnt="0"/>
      <dgm:spPr/>
    </dgm:pt>
    <dgm:pt modelId="{E5E8B62B-32CE-4058-A211-4F71D6346108}" type="pres">
      <dgm:prSet presAssocID="{B3DB52B8-B650-4956-BA19-CF43F938D1B7}" presName="parTx" presStyleLbl="revTx" presStyleIdx="1" presStyleCnt="6">
        <dgm:presLayoutVars>
          <dgm:chMax val="0"/>
          <dgm:chPref val="0"/>
        </dgm:presLayoutVars>
      </dgm:prSet>
      <dgm:spPr/>
    </dgm:pt>
    <dgm:pt modelId="{351A3480-9181-429D-9C28-14793C67D7D4}" type="pres">
      <dgm:prSet presAssocID="{C5968154-E022-41B1-ACF3-F61B2F878981}" presName="sibTrans" presStyleCnt="0"/>
      <dgm:spPr/>
    </dgm:pt>
    <dgm:pt modelId="{A9C81AB1-18F8-4337-9FDE-D051890CAAA3}" type="pres">
      <dgm:prSet presAssocID="{CBC40F7D-BC3A-4384-94AC-96275692BDF5}" presName="compNode" presStyleCnt="0"/>
      <dgm:spPr/>
    </dgm:pt>
    <dgm:pt modelId="{148CB733-EF7F-42D7-9FF1-3FC52CD604F6}" type="pres">
      <dgm:prSet presAssocID="{CBC40F7D-BC3A-4384-94AC-96275692BDF5}" presName="bgRect" presStyleLbl="bgShp" presStyleIdx="2" presStyleCnt="6"/>
      <dgm:spPr/>
    </dgm:pt>
    <dgm:pt modelId="{26E575CA-919F-4509-80D5-3FCB1A25FC28}" type="pres">
      <dgm:prSet presAssocID="{CBC40F7D-BC3A-4384-94AC-96275692BDF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2D6AAE51-769C-4920-928F-C070C6C4784E}" type="pres">
      <dgm:prSet presAssocID="{CBC40F7D-BC3A-4384-94AC-96275692BDF5}" presName="spaceRect" presStyleCnt="0"/>
      <dgm:spPr/>
    </dgm:pt>
    <dgm:pt modelId="{E215D53B-F833-4DA7-9F61-807168C02ABB}" type="pres">
      <dgm:prSet presAssocID="{CBC40F7D-BC3A-4384-94AC-96275692BDF5}" presName="parTx" presStyleLbl="revTx" presStyleIdx="2" presStyleCnt="6">
        <dgm:presLayoutVars>
          <dgm:chMax val="0"/>
          <dgm:chPref val="0"/>
        </dgm:presLayoutVars>
      </dgm:prSet>
      <dgm:spPr/>
    </dgm:pt>
    <dgm:pt modelId="{96C6AC55-BE84-47C8-9A07-B6A760F59ECD}" type="pres">
      <dgm:prSet presAssocID="{0C5BAFD8-0BF0-4007-A108-A5571361D08E}" presName="sibTrans" presStyleCnt="0"/>
      <dgm:spPr/>
    </dgm:pt>
    <dgm:pt modelId="{A78D564C-D8E6-4EE6-8B41-C4F0FDE44792}" type="pres">
      <dgm:prSet presAssocID="{14C60D66-8C8E-4257-B84F-5A34F6054C00}" presName="compNode" presStyleCnt="0"/>
      <dgm:spPr/>
    </dgm:pt>
    <dgm:pt modelId="{6190B5F9-E20B-447A-BBCB-02D1BE115089}" type="pres">
      <dgm:prSet presAssocID="{14C60D66-8C8E-4257-B84F-5A34F6054C00}" presName="bgRect" presStyleLbl="bgShp" presStyleIdx="3" presStyleCnt="6"/>
      <dgm:spPr/>
    </dgm:pt>
    <dgm:pt modelId="{31D6EC17-71EA-4C05-AC1B-6AF4855A64A7}" type="pres">
      <dgm:prSet presAssocID="{14C60D66-8C8E-4257-B84F-5A34F6054C0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DE7CA44-6A5F-4A3D-8185-A973457F700F}" type="pres">
      <dgm:prSet presAssocID="{14C60D66-8C8E-4257-B84F-5A34F6054C00}" presName="spaceRect" presStyleCnt="0"/>
      <dgm:spPr/>
    </dgm:pt>
    <dgm:pt modelId="{2B0D9044-D3AC-4E3B-AE35-2A0F3703E4F9}" type="pres">
      <dgm:prSet presAssocID="{14C60D66-8C8E-4257-B84F-5A34F6054C00}" presName="parTx" presStyleLbl="revTx" presStyleIdx="3" presStyleCnt="6">
        <dgm:presLayoutVars>
          <dgm:chMax val="0"/>
          <dgm:chPref val="0"/>
        </dgm:presLayoutVars>
      </dgm:prSet>
      <dgm:spPr/>
    </dgm:pt>
    <dgm:pt modelId="{CE21541B-FBE6-4BCD-A84A-E29EB6570D36}" type="pres">
      <dgm:prSet presAssocID="{B2C9236B-E5EF-467F-8E4E-7A50B4D49E38}" presName="sibTrans" presStyleCnt="0"/>
      <dgm:spPr/>
    </dgm:pt>
    <dgm:pt modelId="{83CCC41D-B2B1-4FC6-8995-205570FC25CF}" type="pres">
      <dgm:prSet presAssocID="{5ECADEC7-269F-4FD1-9A17-E4044BDF523B}" presName="compNode" presStyleCnt="0"/>
      <dgm:spPr/>
    </dgm:pt>
    <dgm:pt modelId="{27CE126C-4254-47FE-8FF5-01EEEFEDC884}" type="pres">
      <dgm:prSet presAssocID="{5ECADEC7-269F-4FD1-9A17-E4044BDF523B}" presName="bgRect" presStyleLbl="bgShp" presStyleIdx="4" presStyleCnt="6"/>
      <dgm:spPr/>
    </dgm:pt>
    <dgm:pt modelId="{79ABDA43-0927-4E04-9E79-3B9B54BFF097}" type="pres">
      <dgm:prSet presAssocID="{5ECADEC7-269F-4FD1-9A17-E4044BDF523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1B34BF7-DFEE-4216-AD69-DCD39A5814F2}" type="pres">
      <dgm:prSet presAssocID="{5ECADEC7-269F-4FD1-9A17-E4044BDF523B}" presName="spaceRect" presStyleCnt="0"/>
      <dgm:spPr/>
    </dgm:pt>
    <dgm:pt modelId="{F6ABF500-7A2D-4836-AD55-FE2CFC8BB00C}" type="pres">
      <dgm:prSet presAssocID="{5ECADEC7-269F-4FD1-9A17-E4044BDF523B}" presName="parTx" presStyleLbl="revTx" presStyleIdx="4" presStyleCnt="6">
        <dgm:presLayoutVars>
          <dgm:chMax val="0"/>
          <dgm:chPref val="0"/>
        </dgm:presLayoutVars>
      </dgm:prSet>
      <dgm:spPr/>
    </dgm:pt>
    <dgm:pt modelId="{578868A2-FDA5-472A-A519-BECCAE26C153}" type="pres">
      <dgm:prSet presAssocID="{A9CC2215-6342-4A5B-9E72-C0BB1B83E83D}" presName="sibTrans" presStyleCnt="0"/>
      <dgm:spPr/>
    </dgm:pt>
    <dgm:pt modelId="{D738DE28-E09E-4CB5-90F4-55A142A779A1}" type="pres">
      <dgm:prSet presAssocID="{B78ABF4D-CBAD-4E3F-8653-2B414B6FF152}" presName="compNode" presStyleCnt="0"/>
      <dgm:spPr/>
    </dgm:pt>
    <dgm:pt modelId="{6D34BBD4-7A0D-4F5A-BD9C-6ABF75B28A30}" type="pres">
      <dgm:prSet presAssocID="{B78ABF4D-CBAD-4E3F-8653-2B414B6FF152}" presName="bgRect" presStyleLbl="bgShp" presStyleIdx="5" presStyleCnt="6"/>
      <dgm:spPr/>
    </dgm:pt>
    <dgm:pt modelId="{C340DB33-72E6-4E60-B002-891F9938A1EB}" type="pres">
      <dgm:prSet presAssocID="{B78ABF4D-CBAD-4E3F-8653-2B414B6FF1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D2EA258-C4F2-45A0-B40D-95F6A917AB75}" type="pres">
      <dgm:prSet presAssocID="{B78ABF4D-CBAD-4E3F-8653-2B414B6FF152}" presName="spaceRect" presStyleCnt="0"/>
      <dgm:spPr/>
    </dgm:pt>
    <dgm:pt modelId="{281B7367-0F8A-4DC4-8F58-3D4F07E7CD3B}" type="pres">
      <dgm:prSet presAssocID="{B78ABF4D-CBAD-4E3F-8653-2B414B6FF15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A07D315-3374-4432-B770-CA6D712312A8}" type="presOf" srcId="{CBC40F7D-BC3A-4384-94AC-96275692BDF5}" destId="{E215D53B-F833-4DA7-9F61-807168C02ABB}" srcOrd="0" destOrd="0" presId="urn:microsoft.com/office/officeart/2018/2/layout/IconVerticalSolidList"/>
    <dgm:cxn modelId="{3FAFBA17-C57A-4FBB-ACF9-4BEFCE108936}" type="presOf" srcId="{B78ABF4D-CBAD-4E3F-8653-2B414B6FF152}" destId="{281B7367-0F8A-4DC4-8F58-3D4F07E7CD3B}" srcOrd="0" destOrd="0" presId="urn:microsoft.com/office/officeart/2018/2/layout/IconVerticalSolidList"/>
    <dgm:cxn modelId="{E477875E-73AC-4C8F-BDFF-16352DB8BB34}" srcId="{84047050-32F2-459F-9AB7-0181B7779154}" destId="{5ECADEC7-269F-4FD1-9A17-E4044BDF523B}" srcOrd="4" destOrd="0" parTransId="{9D038502-9D88-42BB-B03E-232E0CBDED4B}" sibTransId="{A9CC2215-6342-4A5B-9E72-C0BB1B83E83D}"/>
    <dgm:cxn modelId="{11088A47-95D3-4BC3-80BB-F8D7B52E35F8}" srcId="{84047050-32F2-459F-9AB7-0181B7779154}" destId="{14C60D66-8C8E-4257-B84F-5A34F6054C00}" srcOrd="3" destOrd="0" parTransId="{2A41B259-4C11-452F-B235-828784AB6C0F}" sibTransId="{B2C9236B-E5EF-467F-8E4E-7A50B4D49E38}"/>
    <dgm:cxn modelId="{4B6A326A-4F6B-438B-BE48-789EAA4030F4}" type="presOf" srcId="{B3DB52B8-B650-4956-BA19-CF43F938D1B7}" destId="{E5E8B62B-32CE-4058-A211-4F71D6346108}" srcOrd="0" destOrd="0" presId="urn:microsoft.com/office/officeart/2018/2/layout/IconVerticalSolidList"/>
    <dgm:cxn modelId="{CF72585A-6E83-457A-8EE8-7708B06D1C58}" type="presOf" srcId="{5ECADEC7-269F-4FD1-9A17-E4044BDF523B}" destId="{F6ABF500-7A2D-4836-AD55-FE2CFC8BB00C}" srcOrd="0" destOrd="0" presId="urn:microsoft.com/office/officeart/2018/2/layout/IconVerticalSolidList"/>
    <dgm:cxn modelId="{8C7D148F-C856-46B6-AE35-41909864EC7E}" type="presOf" srcId="{84047050-32F2-459F-9AB7-0181B7779154}" destId="{2AFFE764-A061-4F90-8FF1-F027AF49BC49}" srcOrd="0" destOrd="0" presId="urn:microsoft.com/office/officeart/2018/2/layout/IconVerticalSolidList"/>
    <dgm:cxn modelId="{C9010991-21E1-45CC-9D27-F5BD4F0BBE65}" type="presOf" srcId="{14C60D66-8C8E-4257-B84F-5A34F6054C00}" destId="{2B0D9044-D3AC-4E3B-AE35-2A0F3703E4F9}" srcOrd="0" destOrd="0" presId="urn:microsoft.com/office/officeart/2018/2/layout/IconVerticalSolidList"/>
    <dgm:cxn modelId="{E47726AE-B0C2-4FFB-8DE6-B6C016004C63}" srcId="{84047050-32F2-459F-9AB7-0181B7779154}" destId="{CBC40F7D-BC3A-4384-94AC-96275692BDF5}" srcOrd="2" destOrd="0" parTransId="{502EDEB0-5B94-43FE-9BAE-418540BADE91}" sibTransId="{0C5BAFD8-0BF0-4007-A108-A5571361D08E}"/>
    <dgm:cxn modelId="{C9A03AB0-09A5-4B78-9C1D-3F7AFD32FEFA}" srcId="{84047050-32F2-459F-9AB7-0181B7779154}" destId="{B78ABF4D-CBAD-4E3F-8653-2B414B6FF152}" srcOrd="5" destOrd="0" parTransId="{D76C9CC6-127B-4F9E-BE52-265E1EB72296}" sibTransId="{8A6FA3D3-78AC-4DA1-A295-B121E50F5B19}"/>
    <dgm:cxn modelId="{FEAE16C4-A6DC-4463-A19B-C27E112B9EEB}" srcId="{84047050-32F2-459F-9AB7-0181B7779154}" destId="{B3DB52B8-B650-4956-BA19-CF43F938D1B7}" srcOrd="1" destOrd="0" parTransId="{A52854F8-30C3-4EA8-B8B6-F679777C4C64}" sibTransId="{C5968154-E022-41B1-ACF3-F61B2F878981}"/>
    <dgm:cxn modelId="{AAFA4BDF-3B1C-4D2C-9203-CE44F242BF01}" type="presOf" srcId="{442CB6C4-1C12-4DF8-BBA2-4F066AA6A3FE}" destId="{D021C0FA-2F8B-41BB-ADAE-9A4C8D96539D}" srcOrd="0" destOrd="0" presId="urn:microsoft.com/office/officeart/2018/2/layout/IconVerticalSolidList"/>
    <dgm:cxn modelId="{DEAC58F0-E98B-48F9-B20A-3CD9E7ACD41C}" srcId="{84047050-32F2-459F-9AB7-0181B7779154}" destId="{442CB6C4-1C12-4DF8-BBA2-4F066AA6A3FE}" srcOrd="0" destOrd="0" parTransId="{CB930633-7B8E-423B-9FAA-628C363A284A}" sibTransId="{DA447652-D456-4CF1-8797-E5BC9D2608D9}"/>
    <dgm:cxn modelId="{7662F701-E655-4405-9DC1-EC171F5AFED9}" type="presParOf" srcId="{2AFFE764-A061-4F90-8FF1-F027AF49BC49}" destId="{A11FEA9F-1DC5-4D5E-9961-277F570C4681}" srcOrd="0" destOrd="0" presId="urn:microsoft.com/office/officeart/2018/2/layout/IconVerticalSolidList"/>
    <dgm:cxn modelId="{BA2B60A2-D74F-4532-A8AA-3B88AFC259FC}" type="presParOf" srcId="{A11FEA9F-1DC5-4D5E-9961-277F570C4681}" destId="{F5E1522B-5D4F-41DF-8B3D-8CF775969BC1}" srcOrd="0" destOrd="0" presId="urn:microsoft.com/office/officeart/2018/2/layout/IconVerticalSolidList"/>
    <dgm:cxn modelId="{0BA75018-4AB9-4B37-AF2F-6770442038C4}" type="presParOf" srcId="{A11FEA9F-1DC5-4D5E-9961-277F570C4681}" destId="{C0CA6D0E-8E33-4A25-9D65-C39947D1BFBE}" srcOrd="1" destOrd="0" presId="urn:microsoft.com/office/officeart/2018/2/layout/IconVerticalSolidList"/>
    <dgm:cxn modelId="{673151CD-D639-4E00-8D98-C4F45830072B}" type="presParOf" srcId="{A11FEA9F-1DC5-4D5E-9961-277F570C4681}" destId="{0D50D388-946B-402F-BEB5-EEB344E20CFA}" srcOrd="2" destOrd="0" presId="urn:microsoft.com/office/officeart/2018/2/layout/IconVerticalSolidList"/>
    <dgm:cxn modelId="{D6857469-162D-425D-82FA-6D99A10E0EA9}" type="presParOf" srcId="{A11FEA9F-1DC5-4D5E-9961-277F570C4681}" destId="{D021C0FA-2F8B-41BB-ADAE-9A4C8D96539D}" srcOrd="3" destOrd="0" presId="urn:microsoft.com/office/officeart/2018/2/layout/IconVerticalSolidList"/>
    <dgm:cxn modelId="{191148C5-807A-4A52-9742-73CE3E421E37}" type="presParOf" srcId="{2AFFE764-A061-4F90-8FF1-F027AF49BC49}" destId="{0FB309DF-8E07-45EC-9D30-4EFA05EAF69B}" srcOrd="1" destOrd="0" presId="urn:microsoft.com/office/officeart/2018/2/layout/IconVerticalSolidList"/>
    <dgm:cxn modelId="{9B41015C-7828-42A5-A645-6A077C82D294}" type="presParOf" srcId="{2AFFE764-A061-4F90-8FF1-F027AF49BC49}" destId="{AF422E7C-608F-4663-9F10-8EB492B53CC2}" srcOrd="2" destOrd="0" presId="urn:microsoft.com/office/officeart/2018/2/layout/IconVerticalSolidList"/>
    <dgm:cxn modelId="{7C095833-F49C-4712-8702-AEAC06AA5758}" type="presParOf" srcId="{AF422E7C-608F-4663-9F10-8EB492B53CC2}" destId="{5C896CD5-D826-4EB1-AD07-20448CA1A17E}" srcOrd="0" destOrd="0" presId="urn:microsoft.com/office/officeart/2018/2/layout/IconVerticalSolidList"/>
    <dgm:cxn modelId="{4096B708-CDAA-499D-829C-AC2DD930B3AD}" type="presParOf" srcId="{AF422E7C-608F-4663-9F10-8EB492B53CC2}" destId="{BC81D342-C95A-46A4-8C76-60A67C16791C}" srcOrd="1" destOrd="0" presId="urn:microsoft.com/office/officeart/2018/2/layout/IconVerticalSolidList"/>
    <dgm:cxn modelId="{3B263A1D-2592-41C6-BC7D-A642670818EA}" type="presParOf" srcId="{AF422E7C-608F-4663-9F10-8EB492B53CC2}" destId="{48C31E60-6A5D-483F-9AA9-72186B0CC49C}" srcOrd="2" destOrd="0" presId="urn:microsoft.com/office/officeart/2018/2/layout/IconVerticalSolidList"/>
    <dgm:cxn modelId="{74E905A1-A3E4-4727-991D-6C3EE9454020}" type="presParOf" srcId="{AF422E7C-608F-4663-9F10-8EB492B53CC2}" destId="{E5E8B62B-32CE-4058-A211-4F71D6346108}" srcOrd="3" destOrd="0" presId="urn:microsoft.com/office/officeart/2018/2/layout/IconVerticalSolidList"/>
    <dgm:cxn modelId="{145B8ED5-8277-4BB8-92B5-6ABB14D1F7D6}" type="presParOf" srcId="{2AFFE764-A061-4F90-8FF1-F027AF49BC49}" destId="{351A3480-9181-429D-9C28-14793C67D7D4}" srcOrd="3" destOrd="0" presId="urn:microsoft.com/office/officeart/2018/2/layout/IconVerticalSolidList"/>
    <dgm:cxn modelId="{C587F122-C5AD-441B-B463-5556F96D8BF3}" type="presParOf" srcId="{2AFFE764-A061-4F90-8FF1-F027AF49BC49}" destId="{A9C81AB1-18F8-4337-9FDE-D051890CAAA3}" srcOrd="4" destOrd="0" presId="urn:microsoft.com/office/officeart/2018/2/layout/IconVerticalSolidList"/>
    <dgm:cxn modelId="{38CD479E-C129-4ABE-B572-1617D1FDF5B4}" type="presParOf" srcId="{A9C81AB1-18F8-4337-9FDE-D051890CAAA3}" destId="{148CB733-EF7F-42D7-9FF1-3FC52CD604F6}" srcOrd="0" destOrd="0" presId="urn:microsoft.com/office/officeart/2018/2/layout/IconVerticalSolidList"/>
    <dgm:cxn modelId="{F3599731-7EE2-45B7-B26E-05288DEA6BC6}" type="presParOf" srcId="{A9C81AB1-18F8-4337-9FDE-D051890CAAA3}" destId="{26E575CA-919F-4509-80D5-3FCB1A25FC28}" srcOrd="1" destOrd="0" presId="urn:microsoft.com/office/officeart/2018/2/layout/IconVerticalSolidList"/>
    <dgm:cxn modelId="{DA67EE5F-B75E-48E7-BC87-578DFF06F1B8}" type="presParOf" srcId="{A9C81AB1-18F8-4337-9FDE-D051890CAAA3}" destId="{2D6AAE51-769C-4920-928F-C070C6C4784E}" srcOrd="2" destOrd="0" presId="urn:microsoft.com/office/officeart/2018/2/layout/IconVerticalSolidList"/>
    <dgm:cxn modelId="{58910821-6FD5-4F4F-AD91-D063FBE43E5D}" type="presParOf" srcId="{A9C81AB1-18F8-4337-9FDE-D051890CAAA3}" destId="{E215D53B-F833-4DA7-9F61-807168C02ABB}" srcOrd="3" destOrd="0" presId="urn:microsoft.com/office/officeart/2018/2/layout/IconVerticalSolidList"/>
    <dgm:cxn modelId="{B60C5DBA-6789-48BC-94A0-3A77763503CD}" type="presParOf" srcId="{2AFFE764-A061-4F90-8FF1-F027AF49BC49}" destId="{96C6AC55-BE84-47C8-9A07-B6A760F59ECD}" srcOrd="5" destOrd="0" presId="urn:microsoft.com/office/officeart/2018/2/layout/IconVerticalSolidList"/>
    <dgm:cxn modelId="{9B4DECB2-7159-4831-B358-0503B2B1FDF4}" type="presParOf" srcId="{2AFFE764-A061-4F90-8FF1-F027AF49BC49}" destId="{A78D564C-D8E6-4EE6-8B41-C4F0FDE44792}" srcOrd="6" destOrd="0" presId="urn:microsoft.com/office/officeart/2018/2/layout/IconVerticalSolidList"/>
    <dgm:cxn modelId="{1DF4DF3A-8EC8-4E0F-BAF3-99DC5EC243F1}" type="presParOf" srcId="{A78D564C-D8E6-4EE6-8B41-C4F0FDE44792}" destId="{6190B5F9-E20B-447A-BBCB-02D1BE115089}" srcOrd="0" destOrd="0" presId="urn:microsoft.com/office/officeart/2018/2/layout/IconVerticalSolidList"/>
    <dgm:cxn modelId="{7AE56469-091D-40E8-ABE0-24ACCF58CE62}" type="presParOf" srcId="{A78D564C-D8E6-4EE6-8B41-C4F0FDE44792}" destId="{31D6EC17-71EA-4C05-AC1B-6AF4855A64A7}" srcOrd="1" destOrd="0" presId="urn:microsoft.com/office/officeart/2018/2/layout/IconVerticalSolidList"/>
    <dgm:cxn modelId="{F0428A86-A060-466B-A6FF-B701B7F75398}" type="presParOf" srcId="{A78D564C-D8E6-4EE6-8B41-C4F0FDE44792}" destId="{4DE7CA44-6A5F-4A3D-8185-A973457F700F}" srcOrd="2" destOrd="0" presId="urn:microsoft.com/office/officeart/2018/2/layout/IconVerticalSolidList"/>
    <dgm:cxn modelId="{A45C863C-CB3D-4D27-BD3D-34DD6C812B70}" type="presParOf" srcId="{A78D564C-D8E6-4EE6-8B41-C4F0FDE44792}" destId="{2B0D9044-D3AC-4E3B-AE35-2A0F3703E4F9}" srcOrd="3" destOrd="0" presId="urn:microsoft.com/office/officeart/2018/2/layout/IconVerticalSolidList"/>
    <dgm:cxn modelId="{D6BC48ED-84D9-422D-B1A9-51327339CB3D}" type="presParOf" srcId="{2AFFE764-A061-4F90-8FF1-F027AF49BC49}" destId="{CE21541B-FBE6-4BCD-A84A-E29EB6570D36}" srcOrd="7" destOrd="0" presId="urn:microsoft.com/office/officeart/2018/2/layout/IconVerticalSolidList"/>
    <dgm:cxn modelId="{F465535D-E3EE-472D-B870-B03667AA94B5}" type="presParOf" srcId="{2AFFE764-A061-4F90-8FF1-F027AF49BC49}" destId="{83CCC41D-B2B1-4FC6-8995-205570FC25CF}" srcOrd="8" destOrd="0" presId="urn:microsoft.com/office/officeart/2018/2/layout/IconVerticalSolidList"/>
    <dgm:cxn modelId="{D0656DC3-1EF4-4916-A2DC-66B75682A03A}" type="presParOf" srcId="{83CCC41D-B2B1-4FC6-8995-205570FC25CF}" destId="{27CE126C-4254-47FE-8FF5-01EEEFEDC884}" srcOrd="0" destOrd="0" presId="urn:microsoft.com/office/officeart/2018/2/layout/IconVerticalSolidList"/>
    <dgm:cxn modelId="{4F51B78D-6A70-4854-A4E4-B5B8BFE7CFF3}" type="presParOf" srcId="{83CCC41D-B2B1-4FC6-8995-205570FC25CF}" destId="{79ABDA43-0927-4E04-9E79-3B9B54BFF097}" srcOrd="1" destOrd="0" presId="urn:microsoft.com/office/officeart/2018/2/layout/IconVerticalSolidList"/>
    <dgm:cxn modelId="{03579BE6-9F50-4CF7-8ADC-B45CBF9B6DC6}" type="presParOf" srcId="{83CCC41D-B2B1-4FC6-8995-205570FC25CF}" destId="{31B34BF7-DFEE-4216-AD69-DCD39A5814F2}" srcOrd="2" destOrd="0" presId="urn:microsoft.com/office/officeart/2018/2/layout/IconVerticalSolidList"/>
    <dgm:cxn modelId="{F8FC4B1C-AE77-4DB6-B898-6A6731C762DE}" type="presParOf" srcId="{83CCC41D-B2B1-4FC6-8995-205570FC25CF}" destId="{F6ABF500-7A2D-4836-AD55-FE2CFC8BB00C}" srcOrd="3" destOrd="0" presId="urn:microsoft.com/office/officeart/2018/2/layout/IconVerticalSolidList"/>
    <dgm:cxn modelId="{25E639EA-418C-4367-A443-521F09292E05}" type="presParOf" srcId="{2AFFE764-A061-4F90-8FF1-F027AF49BC49}" destId="{578868A2-FDA5-472A-A519-BECCAE26C153}" srcOrd="9" destOrd="0" presId="urn:microsoft.com/office/officeart/2018/2/layout/IconVerticalSolidList"/>
    <dgm:cxn modelId="{E2908EA0-539C-47D4-BD30-BFD5400BD9A0}" type="presParOf" srcId="{2AFFE764-A061-4F90-8FF1-F027AF49BC49}" destId="{D738DE28-E09E-4CB5-90F4-55A142A779A1}" srcOrd="10" destOrd="0" presId="urn:microsoft.com/office/officeart/2018/2/layout/IconVerticalSolidList"/>
    <dgm:cxn modelId="{884544CA-1499-4535-BF9B-51865A1A12A9}" type="presParOf" srcId="{D738DE28-E09E-4CB5-90F4-55A142A779A1}" destId="{6D34BBD4-7A0D-4F5A-BD9C-6ABF75B28A30}" srcOrd="0" destOrd="0" presId="urn:microsoft.com/office/officeart/2018/2/layout/IconVerticalSolidList"/>
    <dgm:cxn modelId="{F1A7E17C-1845-410E-B017-EB4FD2523C34}" type="presParOf" srcId="{D738DE28-E09E-4CB5-90F4-55A142A779A1}" destId="{C340DB33-72E6-4E60-B002-891F9938A1EB}" srcOrd="1" destOrd="0" presId="urn:microsoft.com/office/officeart/2018/2/layout/IconVerticalSolidList"/>
    <dgm:cxn modelId="{8B83F002-765A-4862-8096-00EBC5511A39}" type="presParOf" srcId="{D738DE28-E09E-4CB5-90F4-55A142A779A1}" destId="{9D2EA258-C4F2-45A0-B40D-95F6A917AB75}" srcOrd="2" destOrd="0" presId="urn:microsoft.com/office/officeart/2018/2/layout/IconVerticalSolidList"/>
    <dgm:cxn modelId="{215E065D-E8F5-4C5E-9A46-72D2AC0621B4}" type="presParOf" srcId="{D738DE28-E09E-4CB5-90F4-55A142A779A1}" destId="{281B7367-0F8A-4DC4-8F58-3D4F07E7CD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32608-3FD5-4136-9D6E-22F58ADD0D8B}">
      <dsp:nvSpPr>
        <dsp:cNvPr id="0" name=""/>
        <dsp:cNvSpPr/>
      </dsp:nvSpPr>
      <dsp:spPr>
        <a:xfrm>
          <a:off x="1267798" y="112520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AC96E-34BE-42E9-BD14-95FEB8E155EF}">
      <dsp:nvSpPr>
        <dsp:cNvPr id="0" name=""/>
        <dsp:cNvSpPr/>
      </dsp:nvSpPr>
      <dsp:spPr>
        <a:xfrm>
          <a:off x="1428661" y="273382"/>
          <a:ext cx="444286" cy="4442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B24E1-28D8-4707-B13C-71210AF0384B}">
      <dsp:nvSpPr>
        <dsp:cNvPr id="0" name=""/>
        <dsp:cNvSpPr/>
      </dsp:nvSpPr>
      <dsp:spPr>
        <a:xfrm>
          <a:off x="2197955" y="112520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Which </a:t>
          </a:r>
          <a:r>
            <a:rPr lang="en-US" sz="1100" b="1" i="0" kern="1200" baseline="0"/>
            <a:t>production lines</a:t>
          </a:r>
          <a:r>
            <a:rPr lang="en-US" sz="1100" b="0" i="0" kern="1200" baseline="0"/>
            <a:t> are most frequently affected by downtime?</a:t>
          </a:r>
          <a:endParaRPr lang="en-US" sz="1100" kern="1200"/>
        </a:p>
      </dsp:txBody>
      <dsp:txXfrm>
        <a:off x="2197955" y="112520"/>
        <a:ext cx="1805598" cy="766011"/>
      </dsp:txXfrm>
    </dsp:sp>
    <dsp:sp modelId="{22F23658-9064-4BC8-BBF4-54109D7CCD01}">
      <dsp:nvSpPr>
        <dsp:cNvPr id="0" name=""/>
        <dsp:cNvSpPr/>
      </dsp:nvSpPr>
      <dsp:spPr>
        <a:xfrm>
          <a:off x="4318166" y="112520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D47CA-2BA5-4C77-8DF6-2EBB09138020}">
      <dsp:nvSpPr>
        <dsp:cNvPr id="0" name=""/>
        <dsp:cNvSpPr/>
      </dsp:nvSpPr>
      <dsp:spPr>
        <a:xfrm>
          <a:off x="4479028" y="273382"/>
          <a:ext cx="444286" cy="4442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FBE72-8C63-4B10-8DE8-964DF6AB4008}">
      <dsp:nvSpPr>
        <dsp:cNvPr id="0" name=""/>
        <dsp:cNvSpPr/>
      </dsp:nvSpPr>
      <dsp:spPr>
        <a:xfrm>
          <a:off x="5248323" y="112520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Which </a:t>
          </a:r>
          <a:r>
            <a:rPr lang="en-US" sz="1100" b="1" i="0" kern="1200" baseline="0"/>
            <a:t>operators</a:t>
          </a:r>
          <a:r>
            <a:rPr lang="en-US" sz="1100" b="0" i="0" kern="1200" baseline="0"/>
            <a:t> or teams exhibit higher or lower downtime performance?</a:t>
          </a:r>
          <a:endParaRPr lang="en-US" sz="1100" kern="1200"/>
        </a:p>
      </dsp:txBody>
      <dsp:txXfrm>
        <a:off x="5248323" y="112520"/>
        <a:ext cx="1805598" cy="766011"/>
      </dsp:txXfrm>
    </dsp:sp>
    <dsp:sp modelId="{FE02429F-9354-4B65-8661-50ACD9D79CA0}">
      <dsp:nvSpPr>
        <dsp:cNvPr id="0" name=""/>
        <dsp:cNvSpPr/>
      </dsp:nvSpPr>
      <dsp:spPr>
        <a:xfrm>
          <a:off x="7368533" y="112520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A94A9-D256-4E94-B949-049359F086EE}">
      <dsp:nvSpPr>
        <dsp:cNvPr id="0" name=""/>
        <dsp:cNvSpPr/>
      </dsp:nvSpPr>
      <dsp:spPr>
        <a:xfrm>
          <a:off x="7529396" y="273382"/>
          <a:ext cx="444286" cy="4442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CABB5-B103-4E2B-BB22-F6A934120CC1}">
      <dsp:nvSpPr>
        <dsp:cNvPr id="0" name=""/>
        <dsp:cNvSpPr/>
      </dsp:nvSpPr>
      <dsp:spPr>
        <a:xfrm>
          <a:off x="8298690" y="112520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Are certain </a:t>
          </a:r>
          <a:r>
            <a:rPr lang="en-US" sz="1100" b="1" i="0" kern="1200" baseline="0"/>
            <a:t>products or product categories</a:t>
          </a:r>
          <a:r>
            <a:rPr lang="en-US" sz="1100" b="0" i="0" kern="1200" baseline="0"/>
            <a:t> more prone to downtime during manufacturing?</a:t>
          </a:r>
          <a:endParaRPr lang="en-US" sz="1100" kern="1200"/>
        </a:p>
      </dsp:txBody>
      <dsp:txXfrm>
        <a:off x="8298690" y="112520"/>
        <a:ext cx="1805598" cy="766011"/>
      </dsp:txXfrm>
    </dsp:sp>
    <dsp:sp modelId="{4E216170-6AEA-462D-A04E-15465EA98E3D}">
      <dsp:nvSpPr>
        <dsp:cNvPr id="0" name=""/>
        <dsp:cNvSpPr/>
      </dsp:nvSpPr>
      <dsp:spPr>
        <a:xfrm>
          <a:off x="1267798" y="1528414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D1D2E-4D1D-4C85-B6DA-7EC2CBF73283}">
      <dsp:nvSpPr>
        <dsp:cNvPr id="0" name=""/>
        <dsp:cNvSpPr/>
      </dsp:nvSpPr>
      <dsp:spPr>
        <a:xfrm>
          <a:off x="1428661" y="1689277"/>
          <a:ext cx="444286" cy="4442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07C41-12CC-4D0D-83C7-B2C31E6AE8D3}">
      <dsp:nvSpPr>
        <dsp:cNvPr id="0" name=""/>
        <dsp:cNvSpPr/>
      </dsp:nvSpPr>
      <dsp:spPr>
        <a:xfrm>
          <a:off x="2197955" y="1528414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What </a:t>
          </a:r>
          <a:r>
            <a:rPr lang="en-US" sz="1100" b="1" i="0" kern="1200" baseline="0"/>
            <a:t>factors</a:t>
          </a:r>
          <a:r>
            <a:rPr lang="en-US" sz="1100" b="0" i="0" kern="1200" baseline="0"/>
            <a:t> (e.g., mechanical failure, setup, electrical issues) contribute most to downtime events?</a:t>
          </a:r>
          <a:endParaRPr lang="en-US" sz="1100" kern="1200"/>
        </a:p>
      </dsp:txBody>
      <dsp:txXfrm>
        <a:off x="2197955" y="1528414"/>
        <a:ext cx="1805598" cy="766011"/>
      </dsp:txXfrm>
    </dsp:sp>
    <dsp:sp modelId="{AE660D42-85A4-4A2A-9CCB-F0FCBAF518DD}">
      <dsp:nvSpPr>
        <dsp:cNvPr id="0" name=""/>
        <dsp:cNvSpPr/>
      </dsp:nvSpPr>
      <dsp:spPr>
        <a:xfrm>
          <a:off x="4318166" y="1528414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B50B4-9189-4E7D-BB20-B926776459C0}">
      <dsp:nvSpPr>
        <dsp:cNvPr id="0" name=""/>
        <dsp:cNvSpPr/>
      </dsp:nvSpPr>
      <dsp:spPr>
        <a:xfrm>
          <a:off x="4479028" y="1689277"/>
          <a:ext cx="444286" cy="4442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52DD2-64CC-4A56-9A0E-3F75B8AE06E6}">
      <dsp:nvSpPr>
        <dsp:cNvPr id="0" name=""/>
        <dsp:cNvSpPr/>
      </dsp:nvSpPr>
      <dsp:spPr>
        <a:xfrm>
          <a:off x="5248323" y="1528414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When (by </a:t>
          </a:r>
          <a:r>
            <a:rPr lang="en-US" sz="1100" b="1" i="0" kern="1200" baseline="0"/>
            <a:t>hour, shift, or date</a:t>
          </a:r>
          <a:r>
            <a:rPr lang="en-US" sz="1100" b="0" i="0" kern="1200" baseline="0"/>
            <a:t>) do these downtime events occur most often?</a:t>
          </a:r>
          <a:endParaRPr lang="en-US" sz="1100" kern="1200"/>
        </a:p>
      </dsp:txBody>
      <dsp:txXfrm>
        <a:off x="5248323" y="1528414"/>
        <a:ext cx="1805598" cy="766011"/>
      </dsp:txXfrm>
    </dsp:sp>
    <dsp:sp modelId="{C721C31D-E4A6-4731-A54B-BD9FD7ED896B}">
      <dsp:nvSpPr>
        <dsp:cNvPr id="0" name=""/>
        <dsp:cNvSpPr/>
      </dsp:nvSpPr>
      <dsp:spPr>
        <a:xfrm>
          <a:off x="7368533" y="1528414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40308-579C-4EAE-96FE-FCF45E439EC6}">
      <dsp:nvSpPr>
        <dsp:cNvPr id="0" name=""/>
        <dsp:cNvSpPr/>
      </dsp:nvSpPr>
      <dsp:spPr>
        <a:xfrm>
          <a:off x="7529396" y="1689277"/>
          <a:ext cx="444286" cy="44428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7D65E-83F5-4BC7-B620-27E6BDA21F30}">
      <dsp:nvSpPr>
        <dsp:cNvPr id="0" name=""/>
        <dsp:cNvSpPr/>
      </dsp:nvSpPr>
      <dsp:spPr>
        <a:xfrm>
          <a:off x="8298690" y="1528414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How much </a:t>
          </a:r>
          <a:r>
            <a:rPr lang="en-US" sz="1100" b="1" i="0" kern="1200" baseline="0"/>
            <a:t>production loss (units lost)</a:t>
          </a:r>
          <a:r>
            <a:rPr lang="en-US" sz="1100" b="0" i="0" kern="1200" baseline="0"/>
            <a:t> is associated with downtime, and how does this vary by line or operator?</a:t>
          </a:r>
          <a:endParaRPr lang="en-US" sz="1100" kern="1200"/>
        </a:p>
      </dsp:txBody>
      <dsp:txXfrm>
        <a:off x="8298690" y="1528414"/>
        <a:ext cx="1805598" cy="766011"/>
      </dsp:txXfrm>
    </dsp:sp>
    <dsp:sp modelId="{B0A87AAB-4B8A-4A9E-B852-2E61B7E2B153}">
      <dsp:nvSpPr>
        <dsp:cNvPr id="0" name=""/>
        <dsp:cNvSpPr/>
      </dsp:nvSpPr>
      <dsp:spPr>
        <a:xfrm>
          <a:off x="1267798" y="2944309"/>
          <a:ext cx="766011" cy="7660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4CD87-DC28-4FCC-BBAC-65B44D94D900}">
      <dsp:nvSpPr>
        <dsp:cNvPr id="0" name=""/>
        <dsp:cNvSpPr/>
      </dsp:nvSpPr>
      <dsp:spPr>
        <a:xfrm>
          <a:off x="1428661" y="3105171"/>
          <a:ext cx="444286" cy="44428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8EF7A-0983-4094-82C6-F3718D943E42}">
      <dsp:nvSpPr>
        <dsp:cNvPr id="0" name=""/>
        <dsp:cNvSpPr/>
      </dsp:nvSpPr>
      <dsp:spPr>
        <a:xfrm>
          <a:off x="2197955" y="2944309"/>
          <a:ext cx="1805598" cy="76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Can we </a:t>
          </a:r>
          <a:r>
            <a:rPr lang="en-US" sz="1100" b="1" i="0" kern="1200" baseline="0"/>
            <a:t>forecast downtime</a:t>
          </a:r>
          <a:r>
            <a:rPr lang="en-US" sz="1100" b="0" i="0" kern="1200" baseline="0"/>
            <a:t> for the next day or production cycle to improve planning and minimize losses?</a:t>
          </a:r>
          <a:endParaRPr lang="en-US" sz="1100" kern="1200"/>
        </a:p>
      </dsp:txBody>
      <dsp:txXfrm>
        <a:off x="2197955" y="2944309"/>
        <a:ext cx="1805598" cy="7660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EACE1-0081-4F87-8661-B1D5A527A94A}">
      <dsp:nvSpPr>
        <dsp:cNvPr id="0" name=""/>
        <dsp:cNvSpPr/>
      </dsp:nvSpPr>
      <dsp:spPr>
        <a:xfrm>
          <a:off x="0" y="373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CAB7C-395A-4C0D-9198-5635F5B3C170}">
      <dsp:nvSpPr>
        <dsp:cNvPr id="0" name=""/>
        <dsp:cNvSpPr/>
      </dsp:nvSpPr>
      <dsp:spPr>
        <a:xfrm>
          <a:off x="155594" y="116105"/>
          <a:ext cx="282899" cy="2828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0E811-0C24-4E57-8AFB-4CB4F8F2562E}">
      <dsp:nvSpPr>
        <dsp:cNvPr id="0" name=""/>
        <dsp:cNvSpPr/>
      </dsp:nvSpPr>
      <dsp:spPr>
        <a:xfrm>
          <a:off x="594087" y="373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is the </a:t>
          </a:r>
          <a:r>
            <a:rPr lang="en-US" sz="1600" b="1" kern="1200"/>
            <a:t>Total Downtime</a:t>
          </a:r>
          <a:r>
            <a:rPr lang="en-US" sz="1600" kern="1200"/>
            <a:t>?</a:t>
          </a:r>
        </a:p>
      </dsp:txBody>
      <dsp:txXfrm>
        <a:off x="594087" y="373"/>
        <a:ext cx="10545567" cy="514361"/>
      </dsp:txXfrm>
    </dsp:sp>
    <dsp:sp modelId="{82B2EFDA-56C8-46AD-838A-0720DE584367}">
      <dsp:nvSpPr>
        <dsp:cNvPr id="0" name=""/>
        <dsp:cNvSpPr/>
      </dsp:nvSpPr>
      <dsp:spPr>
        <a:xfrm>
          <a:off x="0" y="643325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E67FB-7573-4993-B9D2-80646DD4C5EE}">
      <dsp:nvSpPr>
        <dsp:cNvPr id="0" name=""/>
        <dsp:cNvSpPr/>
      </dsp:nvSpPr>
      <dsp:spPr>
        <a:xfrm>
          <a:off x="155594" y="759057"/>
          <a:ext cx="282899" cy="2828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09383-58E9-42AE-98D5-6649F066C261}">
      <dsp:nvSpPr>
        <dsp:cNvPr id="0" name=""/>
        <dsp:cNvSpPr/>
      </dsp:nvSpPr>
      <dsp:spPr>
        <a:xfrm>
          <a:off x="594087" y="643325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How many downtime incidents?</a:t>
          </a:r>
        </a:p>
      </dsp:txBody>
      <dsp:txXfrm>
        <a:off x="594087" y="643325"/>
        <a:ext cx="10545567" cy="514361"/>
      </dsp:txXfrm>
    </dsp:sp>
    <dsp:sp modelId="{6B867006-FD13-4C4F-BF2A-29F6A7DE3B0F}">
      <dsp:nvSpPr>
        <dsp:cNvPr id="0" name=""/>
        <dsp:cNvSpPr/>
      </dsp:nvSpPr>
      <dsp:spPr>
        <a:xfrm>
          <a:off x="0" y="1286278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14A51-7C3F-4D5D-8B01-9F1E92CC63FD}">
      <dsp:nvSpPr>
        <dsp:cNvPr id="0" name=""/>
        <dsp:cNvSpPr/>
      </dsp:nvSpPr>
      <dsp:spPr>
        <a:xfrm>
          <a:off x="155594" y="1402009"/>
          <a:ext cx="282899" cy="2828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A93A0-48CF-4635-A725-F9CB15DBA210}">
      <dsp:nvSpPr>
        <dsp:cNvPr id="0" name=""/>
        <dsp:cNvSpPr/>
      </dsp:nvSpPr>
      <dsp:spPr>
        <a:xfrm>
          <a:off x="594087" y="1286278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is the average duration of downtime per event?</a:t>
          </a:r>
        </a:p>
      </dsp:txBody>
      <dsp:txXfrm>
        <a:off x="594087" y="1286278"/>
        <a:ext cx="10545567" cy="514361"/>
      </dsp:txXfrm>
    </dsp:sp>
    <dsp:sp modelId="{591F7619-9FCB-4064-B068-A8300461FADF}">
      <dsp:nvSpPr>
        <dsp:cNvPr id="0" name=""/>
        <dsp:cNvSpPr/>
      </dsp:nvSpPr>
      <dsp:spPr>
        <a:xfrm>
          <a:off x="0" y="3251881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94F9A-324B-4874-9A59-D8B947157F1D}">
      <dsp:nvSpPr>
        <dsp:cNvPr id="0" name=""/>
        <dsp:cNvSpPr/>
      </dsp:nvSpPr>
      <dsp:spPr>
        <a:xfrm>
          <a:off x="155594" y="2044961"/>
          <a:ext cx="282899" cy="282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9B1E6-9F9D-4571-8246-A39DEC4BE13F}">
      <dsp:nvSpPr>
        <dsp:cNvPr id="0" name=""/>
        <dsp:cNvSpPr/>
      </dsp:nvSpPr>
      <dsp:spPr>
        <a:xfrm>
          <a:off x="594087" y="1929230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594087" y="1929230"/>
        <a:ext cx="10545567" cy="514361"/>
      </dsp:txXfrm>
    </dsp:sp>
    <dsp:sp modelId="{6697AAB1-6CAC-4D21-8721-7BE4A012B0FC}">
      <dsp:nvSpPr>
        <dsp:cNvPr id="0" name=""/>
        <dsp:cNvSpPr/>
      </dsp:nvSpPr>
      <dsp:spPr>
        <a:xfrm>
          <a:off x="0" y="1907647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5FD073-92E8-47E3-8AB3-B788A79C9E23}">
      <dsp:nvSpPr>
        <dsp:cNvPr id="0" name=""/>
        <dsp:cNvSpPr/>
      </dsp:nvSpPr>
      <dsp:spPr>
        <a:xfrm>
          <a:off x="137633" y="2032358"/>
          <a:ext cx="282899" cy="2828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7B850-49E2-48C1-ACDC-927B22C87CEA}">
      <dsp:nvSpPr>
        <dsp:cNvPr id="0" name=""/>
        <dsp:cNvSpPr/>
      </dsp:nvSpPr>
      <dsp:spPr>
        <a:xfrm>
          <a:off x="585018" y="1925609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What are the </a:t>
          </a:r>
          <a:r>
            <a:rPr lang="en-US" sz="1600" b="1" kern="1200" dirty="0"/>
            <a:t>Top 3 recurring downtime root causes</a:t>
          </a:r>
          <a:r>
            <a:rPr lang="en-US" sz="1600" kern="1200" dirty="0"/>
            <a:t> to target for improvement?</a:t>
          </a:r>
        </a:p>
      </dsp:txBody>
      <dsp:txXfrm>
        <a:off x="585018" y="1925609"/>
        <a:ext cx="10545567" cy="514361"/>
      </dsp:txXfrm>
    </dsp:sp>
    <dsp:sp modelId="{5BA33E05-4AF8-49EA-ABD8-5BB3F1B5CABD}">
      <dsp:nvSpPr>
        <dsp:cNvPr id="0" name=""/>
        <dsp:cNvSpPr/>
      </dsp:nvSpPr>
      <dsp:spPr>
        <a:xfrm>
          <a:off x="0" y="2617606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44DC1-3633-432A-A316-E4FEE355177C}">
      <dsp:nvSpPr>
        <dsp:cNvPr id="0" name=""/>
        <dsp:cNvSpPr/>
      </dsp:nvSpPr>
      <dsp:spPr>
        <a:xfrm>
          <a:off x="145664" y="2733338"/>
          <a:ext cx="282899" cy="2828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925A8-13B1-45C5-B5AB-6F7332FABD9B}">
      <dsp:nvSpPr>
        <dsp:cNvPr id="0" name=""/>
        <dsp:cNvSpPr/>
      </dsp:nvSpPr>
      <dsp:spPr>
        <a:xfrm>
          <a:off x="584175" y="2617606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How does total downtime vary by month or week?</a:t>
          </a:r>
        </a:p>
      </dsp:txBody>
      <dsp:txXfrm>
        <a:off x="584175" y="2617606"/>
        <a:ext cx="10545567" cy="514361"/>
      </dsp:txXfrm>
    </dsp:sp>
    <dsp:sp modelId="{6BA3A515-35ED-4DE2-8033-699DEAECF864}">
      <dsp:nvSpPr>
        <dsp:cNvPr id="0" name=""/>
        <dsp:cNvSpPr/>
      </dsp:nvSpPr>
      <dsp:spPr>
        <a:xfrm>
          <a:off x="0" y="3327147"/>
          <a:ext cx="11139655" cy="5143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59C5F-0FBC-4957-9004-BC5C53B784C1}">
      <dsp:nvSpPr>
        <dsp:cNvPr id="0" name=""/>
        <dsp:cNvSpPr/>
      </dsp:nvSpPr>
      <dsp:spPr>
        <a:xfrm>
          <a:off x="127559" y="3460988"/>
          <a:ext cx="282899" cy="28289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1A559-ED82-4FB6-BA86-93C55BCB3850}">
      <dsp:nvSpPr>
        <dsp:cNvPr id="0" name=""/>
        <dsp:cNvSpPr/>
      </dsp:nvSpPr>
      <dsp:spPr>
        <a:xfrm>
          <a:off x="484519" y="3327147"/>
          <a:ext cx="10545567" cy="51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37" tIns="54437" rIns="54437" bIns="5443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During which shift or hour of the day does downtime occur most frequently?</a:t>
          </a:r>
        </a:p>
      </dsp:txBody>
      <dsp:txXfrm>
        <a:off x="484519" y="3327147"/>
        <a:ext cx="10545567" cy="5143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17E0A-3962-436B-9941-8F5766375217}">
      <dsp:nvSpPr>
        <dsp:cNvPr id="0" name=""/>
        <dsp:cNvSpPr/>
      </dsp:nvSpPr>
      <dsp:spPr>
        <a:xfrm>
          <a:off x="0" y="274752"/>
          <a:ext cx="111556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Which production lines experience the highest total downtime (hours or minutes)?</a:t>
          </a:r>
        </a:p>
      </dsp:txBody>
      <dsp:txXfrm>
        <a:off x="28100" y="302852"/>
        <a:ext cx="11099480" cy="519439"/>
      </dsp:txXfrm>
    </dsp:sp>
    <dsp:sp modelId="{4B57AB8E-E08D-4514-AE39-32E906181638}">
      <dsp:nvSpPr>
        <dsp:cNvPr id="0" name=""/>
        <dsp:cNvSpPr/>
      </dsp:nvSpPr>
      <dsp:spPr>
        <a:xfrm>
          <a:off x="0" y="951084"/>
          <a:ext cx="111556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is the average downtime per event for each line?</a:t>
          </a:r>
        </a:p>
      </dsp:txBody>
      <dsp:txXfrm>
        <a:off x="28100" y="979184"/>
        <a:ext cx="11099480" cy="519439"/>
      </dsp:txXfrm>
    </dsp:sp>
    <dsp:sp modelId="{42A3B1F1-7F0E-4906-9A6B-AA0DC99A548D}">
      <dsp:nvSpPr>
        <dsp:cNvPr id="0" name=""/>
        <dsp:cNvSpPr/>
      </dsp:nvSpPr>
      <dsp:spPr>
        <a:xfrm>
          <a:off x="0" y="1595844"/>
          <a:ext cx="111556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many downtime incidents occur per line per day/month/Q/year?</a:t>
          </a:r>
        </a:p>
      </dsp:txBody>
      <dsp:txXfrm>
        <a:off x="28100" y="1623944"/>
        <a:ext cx="11099480" cy="519439"/>
      </dsp:txXfrm>
    </dsp:sp>
    <dsp:sp modelId="{8E1C579B-C427-4161-A9E9-A9DF1F205A15}">
      <dsp:nvSpPr>
        <dsp:cNvPr id="0" name=""/>
        <dsp:cNvSpPr/>
      </dsp:nvSpPr>
      <dsp:spPr>
        <a:xfrm>
          <a:off x="0" y="2240604"/>
          <a:ext cx="111556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percentage of total downtime does each line contribute?</a:t>
          </a:r>
        </a:p>
      </dsp:txBody>
      <dsp:txXfrm>
        <a:off x="28100" y="2268704"/>
        <a:ext cx="11099480" cy="519439"/>
      </dsp:txXfrm>
    </dsp:sp>
    <dsp:sp modelId="{36097C08-59A8-4F34-A85C-6F752602F056}">
      <dsp:nvSpPr>
        <dsp:cNvPr id="0" name=""/>
        <dsp:cNvSpPr/>
      </dsp:nvSpPr>
      <dsp:spPr>
        <a:xfrm>
          <a:off x="0" y="2885364"/>
          <a:ext cx="111556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does downtime correlate with total units lost per line?</a:t>
          </a:r>
        </a:p>
      </dsp:txBody>
      <dsp:txXfrm>
        <a:off x="28100" y="2913464"/>
        <a:ext cx="11099480" cy="5194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F680E-EBD7-4119-ABFC-C575E48D3F2E}">
      <dsp:nvSpPr>
        <dsp:cNvPr id="0" name=""/>
        <dsp:cNvSpPr/>
      </dsp:nvSpPr>
      <dsp:spPr>
        <a:xfrm>
          <a:off x="942840" y="77830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E6FC9-CB66-4B06-AC13-E399FC108D68}">
      <dsp:nvSpPr>
        <dsp:cNvPr id="0" name=""/>
        <dsp:cNvSpPr/>
      </dsp:nvSpPr>
      <dsp:spPr>
        <a:xfrm>
          <a:off x="447839" y="1920277"/>
          <a:ext cx="1800000" cy="106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Which operators are associated with the highest total downtime?</a:t>
          </a:r>
        </a:p>
      </dsp:txBody>
      <dsp:txXfrm>
        <a:off x="447839" y="1920277"/>
        <a:ext cx="1800000" cy="1068750"/>
      </dsp:txXfrm>
    </dsp:sp>
    <dsp:sp modelId="{307D43D4-28FF-4C13-A6F0-44B2A9CE82DD}">
      <dsp:nvSpPr>
        <dsp:cNvPr id="0" name=""/>
        <dsp:cNvSpPr/>
      </dsp:nvSpPr>
      <dsp:spPr>
        <a:xfrm>
          <a:off x="3057840" y="77830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AEF7E-8CE1-451D-95F7-F40302259ED8}">
      <dsp:nvSpPr>
        <dsp:cNvPr id="0" name=""/>
        <dsp:cNvSpPr/>
      </dsp:nvSpPr>
      <dsp:spPr>
        <a:xfrm>
          <a:off x="2562840" y="1920277"/>
          <a:ext cx="1800000" cy="106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Which operators consistently maintain the lowest downtime?</a:t>
          </a:r>
        </a:p>
      </dsp:txBody>
      <dsp:txXfrm>
        <a:off x="2562840" y="1920277"/>
        <a:ext cx="1800000" cy="1068750"/>
      </dsp:txXfrm>
    </dsp:sp>
    <dsp:sp modelId="{9794F66E-E0EF-4C9D-A706-B9A774C3356F}">
      <dsp:nvSpPr>
        <dsp:cNvPr id="0" name=""/>
        <dsp:cNvSpPr/>
      </dsp:nvSpPr>
      <dsp:spPr>
        <a:xfrm>
          <a:off x="5172840" y="77830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E6882-3DDA-4F0E-BB13-6634F3E2FAEC}">
      <dsp:nvSpPr>
        <dsp:cNvPr id="0" name=""/>
        <dsp:cNvSpPr/>
      </dsp:nvSpPr>
      <dsp:spPr>
        <a:xfrm>
          <a:off x="4677840" y="1920277"/>
          <a:ext cx="1800000" cy="106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What is the average downtime per operator per shift?</a:t>
          </a:r>
        </a:p>
      </dsp:txBody>
      <dsp:txXfrm>
        <a:off x="4677840" y="1920277"/>
        <a:ext cx="1800000" cy="1068750"/>
      </dsp:txXfrm>
    </dsp:sp>
    <dsp:sp modelId="{9AE1C230-5623-4FEC-8A12-CF61D044254E}">
      <dsp:nvSpPr>
        <dsp:cNvPr id="0" name=""/>
        <dsp:cNvSpPr/>
      </dsp:nvSpPr>
      <dsp:spPr>
        <a:xfrm>
          <a:off x="7287840" y="77830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74DB0-CFBA-4196-8057-81972C0BE593}">
      <dsp:nvSpPr>
        <dsp:cNvPr id="0" name=""/>
        <dsp:cNvSpPr/>
      </dsp:nvSpPr>
      <dsp:spPr>
        <a:xfrm>
          <a:off x="6792840" y="1920277"/>
          <a:ext cx="1800000" cy="106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Are certain operators more prone to specific downtime factors (e.g., setup, mechanical)?</a:t>
          </a:r>
        </a:p>
      </dsp:txBody>
      <dsp:txXfrm>
        <a:off x="6792840" y="1920277"/>
        <a:ext cx="1800000" cy="1068750"/>
      </dsp:txXfrm>
    </dsp:sp>
    <dsp:sp modelId="{87FDF1A8-0639-4790-BB85-5588926A0522}">
      <dsp:nvSpPr>
        <dsp:cNvPr id="0" name=""/>
        <dsp:cNvSpPr/>
      </dsp:nvSpPr>
      <dsp:spPr>
        <a:xfrm>
          <a:off x="9402840" y="77830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C1040-3DCF-42D0-80D4-C8D0CF418C96}">
      <dsp:nvSpPr>
        <dsp:cNvPr id="0" name=""/>
        <dsp:cNvSpPr/>
      </dsp:nvSpPr>
      <dsp:spPr>
        <a:xfrm>
          <a:off x="8907840" y="1920277"/>
          <a:ext cx="1800000" cy="106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Bierstadt"/>
              <a:ea typeface="+mn-ea"/>
              <a:cs typeface="+mn-cs"/>
            </a:rPr>
            <a:t>How does operator experience or shift assignment influence downtime frequency?</a:t>
          </a:r>
        </a:p>
      </dsp:txBody>
      <dsp:txXfrm>
        <a:off x="8907840" y="1920277"/>
        <a:ext cx="1800000" cy="10687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8FCF6-FB98-400A-924A-BB08083A7D30}">
      <dsp:nvSpPr>
        <dsp:cNvPr id="0" name=""/>
        <dsp:cNvSpPr/>
      </dsp:nvSpPr>
      <dsp:spPr>
        <a:xfrm>
          <a:off x="3268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96BC4-135A-48B3-B6A4-ECE10B6FE840}">
      <dsp:nvSpPr>
        <dsp:cNvPr id="0" name=""/>
        <dsp:cNvSpPr/>
      </dsp:nvSpPr>
      <dsp:spPr>
        <a:xfrm>
          <a:off x="262580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Which products or product families are most affected by downtime?</a:t>
          </a:r>
        </a:p>
      </dsp:txBody>
      <dsp:txXfrm>
        <a:off x="305985" y="1309163"/>
        <a:ext cx="2246997" cy="1395157"/>
      </dsp:txXfrm>
    </dsp:sp>
    <dsp:sp modelId="{D643C23D-66CB-4C41-9701-C5F1250AD0FF}">
      <dsp:nvSpPr>
        <dsp:cNvPr id="0" name=""/>
        <dsp:cNvSpPr/>
      </dsp:nvSpPr>
      <dsp:spPr>
        <a:xfrm>
          <a:off x="2855699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8F263-E2F4-4163-B727-DFDBD447B048}">
      <dsp:nvSpPr>
        <dsp:cNvPr id="0" name=""/>
        <dsp:cNvSpPr/>
      </dsp:nvSpPr>
      <dsp:spPr>
        <a:xfrm>
          <a:off x="3115011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is the average downtime per product?</a:t>
          </a:r>
        </a:p>
      </dsp:txBody>
      <dsp:txXfrm>
        <a:off x="3158416" y="1309163"/>
        <a:ext cx="2246997" cy="1395157"/>
      </dsp:txXfrm>
    </dsp:sp>
    <dsp:sp modelId="{0E37463F-28BD-4D20-A10E-9ECD37FA56B5}">
      <dsp:nvSpPr>
        <dsp:cNvPr id="0" name=""/>
        <dsp:cNvSpPr/>
      </dsp:nvSpPr>
      <dsp:spPr>
        <a:xfrm>
          <a:off x="5708130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A146B-8EE5-4C37-A8C7-80A5C5551A1C}">
      <dsp:nvSpPr>
        <dsp:cNvPr id="0" name=""/>
        <dsp:cNvSpPr/>
      </dsp:nvSpPr>
      <dsp:spPr>
        <a:xfrm>
          <a:off x="5967442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Are certain product types linked to specific downtime factors?</a:t>
          </a:r>
        </a:p>
      </dsp:txBody>
      <dsp:txXfrm>
        <a:off x="6010847" y="1309163"/>
        <a:ext cx="2246997" cy="1395157"/>
      </dsp:txXfrm>
    </dsp:sp>
    <dsp:sp modelId="{25AC3921-3616-4EA0-9C21-8755D1789684}">
      <dsp:nvSpPr>
        <dsp:cNvPr id="0" name=""/>
        <dsp:cNvSpPr/>
      </dsp:nvSpPr>
      <dsp:spPr>
        <a:xfrm>
          <a:off x="8560562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9F268-326D-46E6-9597-CFED8EB23E63}">
      <dsp:nvSpPr>
        <dsp:cNvPr id="0" name=""/>
        <dsp:cNvSpPr/>
      </dsp:nvSpPr>
      <dsp:spPr>
        <a:xfrm>
          <a:off x="8819874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does downtime duration affect units lost for different products?</a:t>
          </a:r>
        </a:p>
      </dsp:txBody>
      <dsp:txXfrm>
        <a:off x="8863279" y="1309163"/>
        <a:ext cx="2246997" cy="13951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1522B-5D4F-41DF-8B3D-8CF775969BC1}">
      <dsp:nvSpPr>
        <dsp:cNvPr id="0" name=""/>
        <dsp:cNvSpPr/>
      </dsp:nvSpPr>
      <dsp:spPr>
        <a:xfrm>
          <a:off x="0" y="1218"/>
          <a:ext cx="11155680" cy="5192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A6D0E-8E33-4A25-9D65-C39947D1BFBE}">
      <dsp:nvSpPr>
        <dsp:cNvPr id="0" name=""/>
        <dsp:cNvSpPr/>
      </dsp:nvSpPr>
      <dsp:spPr>
        <a:xfrm>
          <a:off x="157086" y="118060"/>
          <a:ext cx="285612" cy="2856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1C0FA-2F8B-41BB-ADAE-9A4C8D96539D}">
      <dsp:nvSpPr>
        <dsp:cNvPr id="0" name=""/>
        <dsp:cNvSpPr/>
      </dsp:nvSpPr>
      <dsp:spPr>
        <a:xfrm>
          <a:off x="599786" y="1218"/>
          <a:ext cx="10555893" cy="51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9" tIns="54959" rIns="54959" bIns="549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are the top downtime causes (factors)?</a:t>
          </a:r>
        </a:p>
      </dsp:txBody>
      <dsp:txXfrm>
        <a:off x="599786" y="1218"/>
        <a:ext cx="10555893" cy="519295"/>
      </dsp:txXfrm>
    </dsp:sp>
    <dsp:sp modelId="{5C896CD5-D826-4EB1-AD07-20448CA1A17E}">
      <dsp:nvSpPr>
        <dsp:cNvPr id="0" name=""/>
        <dsp:cNvSpPr/>
      </dsp:nvSpPr>
      <dsp:spPr>
        <a:xfrm>
          <a:off x="0" y="650337"/>
          <a:ext cx="11155680" cy="5192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1D342-C95A-46A4-8C76-60A67C16791C}">
      <dsp:nvSpPr>
        <dsp:cNvPr id="0" name=""/>
        <dsp:cNvSpPr/>
      </dsp:nvSpPr>
      <dsp:spPr>
        <a:xfrm>
          <a:off x="157086" y="767179"/>
          <a:ext cx="285612" cy="2856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8B62B-32CE-4058-A211-4F71D6346108}">
      <dsp:nvSpPr>
        <dsp:cNvPr id="0" name=""/>
        <dsp:cNvSpPr/>
      </dsp:nvSpPr>
      <dsp:spPr>
        <a:xfrm>
          <a:off x="599786" y="650337"/>
          <a:ext cx="10555893" cy="51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9" tIns="54959" rIns="54959" bIns="549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much total downtime is attributed to each factor?</a:t>
          </a:r>
        </a:p>
      </dsp:txBody>
      <dsp:txXfrm>
        <a:off x="599786" y="650337"/>
        <a:ext cx="10555893" cy="519295"/>
      </dsp:txXfrm>
    </dsp:sp>
    <dsp:sp modelId="{148CB733-EF7F-42D7-9FF1-3FC52CD604F6}">
      <dsp:nvSpPr>
        <dsp:cNvPr id="0" name=""/>
        <dsp:cNvSpPr/>
      </dsp:nvSpPr>
      <dsp:spPr>
        <a:xfrm>
          <a:off x="0" y="1299456"/>
          <a:ext cx="11155680" cy="5192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575CA-919F-4509-80D5-3FCB1A25FC28}">
      <dsp:nvSpPr>
        <dsp:cNvPr id="0" name=""/>
        <dsp:cNvSpPr/>
      </dsp:nvSpPr>
      <dsp:spPr>
        <a:xfrm>
          <a:off x="157086" y="1416298"/>
          <a:ext cx="285612" cy="2856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15D53B-F833-4DA7-9F61-807168C02ABB}">
      <dsp:nvSpPr>
        <dsp:cNvPr id="0" name=""/>
        <dsp:cNvSpPr/>
      </dsp:nvSpPr>
      <dsp:spPr>
        <a:xfrm>
          <a:off x="599786" y="1299456"/>
          <a:ext cx="10555893" cy="51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9" tIns="54959" rIns="54959" bIns="549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Which lines are most affected by specific factors (e.g., Mechanical, Setup, Electrical)?</a:t>
          </a:r>
        </a:p>
      </dsp:txBody>
      <dsp:txXfrm>
        <a:off x="599786" y="1299456"/>
        <a:ext cx="10555893" cy="519295"/>
      </dsp:txXfrm>
    </dsp:sp>
    <dsp:sp modelId="{6190B5F9-E20B-447A-BBCB-02D1BE115089}">
      <dsp:nvSpPr>
        <dsp:cNvPr id="0" name=""/>
        <dsp:cNvSpPr/>
      </dsp:nvSpPr>
      <dsp:spPr>
        <a:xfrm>
          <a:off x="0" y="1948575"/>
          <a:ext cx="11155680" cy="5192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6EC17-71EA-4C05-AC1B-6AF4855A64A7}">
      <dsp:nvSpPr>
        <dsp:cNvPr id="0" name=""/>
        <dsp:cNvSpPr/>
      </dsp:nvSpPr>
      <dsp:spPr>
        <a:xfrm>
          <a:off x="157086" y="2065417"/>
          <a:ext cx="285612" cy="2856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D9044-D3AC-4E3B-AE35-2A0F3703E4F9}">
      <dsp:nvSpPr>
        <dsp:cNvPr id="0" name=""/>
        <dsp:cNvSpPr/>
      </dsp:nvSpPr>
      <dsp:spPr>
        <a:xfrm>
          <a:off x="599786" y="1948575"/>
          <a:ext cx="10555893" cy="51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9" tIns="54959" rIns="54959" bIns="549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do downtime durations vary across different factors?</a:t>
          </a:r>
        </a:p>
      </dsp:txBody>
      <dsp:txXfrm>
        <a:off x="599786" y="1948575"/>
        <a:ext cx="10555893" cy="519295"/>
      </dsp:txXfrm>
    </dsp:sp>
    <dsp:sp modelId="{27CE126C-4254-47FE-8FF5-01EEEFEDC884}">
      <dsp:nvSpPr>
        <dsp:cNvPr id="0" name=""/>
        <dsp:cNvSpPr/>
      </dsp:nvSpPr>
      <dsp:spPr>
        <a:xfrm>
          <a:off x="0" y="2597694"/>
          <a:ext cx="11155680" cy="5192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BDA43-0927-4E04-9E79-3B9B54BFF097}">
      <dsp:nvSpPr>
        <dsp:cNvPr id="0" name=""/>
        <dsp:cNvSpPr/>
      </dsp:nvSpPr>
      <dsp:spPr>
        <a:xfrm>
          <a:off x="157086" y="2714536"/>
          <a:ext cx="285612" cy="2856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BF500-7A2D-4836-AD55-FE2CFC8BB00C}">
      <dsp:nvSpPr>
        <dsp:cNvPr id="0" name=""/>
        <dsp:cNvSpPr/>
      </dsp:nvSpPr>
      <dsp:spPr>
        <a:xfrm>
          <a:off x="599786" y="2597694"/>
          <a:ext cx="10555893" cy="51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9" tIns="54959" rIns="54959" bIns="549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often do each of the factors occur (frequency count)?</a:t>
          </a:r>
        </a:p>
      </dsp:txBody>
      <dsp:txXfrm>
        <a:off x="599786" y="2597694"/>
        <a:ext cx="10555893" cy="519295"/>
      </dsp:txXfrm>
    </dsp:sp>
    <dsp:sp modelId="{6D34BBD4-7A0D-4F5A-BD9C-6ABF75B28A30}">
      <dsp:nvSpPr>
        <dsp:cNvPr id="0" name=""/>
        <dsp:cNvSpPr/>
      </dsp:nvSpPr>
      <dsp:spPr>
        <a:xfrm>
          <a:off x="0" y="3246814"/>
          <a:ext cx="11155680" cy="5192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0DB33-72E6-4E60-B002-891F9938A1EB}">
      <dsp:nvSpPr>
        <dsp:cNvPr id="0" name=""/>
        <dsp:cNvSpPr/>
      </dsp:nvSpPr>
      <dsp:spPr>
        <a:xfrm>
          <a:off x="157086" y="3363655"/>
          <a:ext cx="285612" cy="28561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B7367-0F8A-4DC4-8F58-3D4F07E7CD3B}">
      <dsp:nvSpPr>
        <dsp:cNvPr id="0" name=""/>
        <dsp:cNvSpPr/>
      </dsp:nvSpPr>
      <dsp:spPr>
        <a:xfrm>
          <a:off x="599786" y="3246814"/>
          <a:ext cx="10555893" cy="519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9" tIns="54959" rIns="54959" bIns="549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Which factor has the highest impact on lost units?</a:t>
          </a:r>
        </a:p>
      </dsp:txBody>
      <dsp:txXfrm>
        <a:off x="599786" y="3246814"/>
        <a:ext cx="10555893" cy="519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36555-8CE6-4E86-AF46-5081AA1F428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DDD04-0EF7-4D0C-B877-6EF9E4341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0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DDD04-0EF7-4D0C-B877-6EF9E4341F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8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6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9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5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6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2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8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2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1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2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3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4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61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olorful patterns on the sky">
            <a:extLst>
              <a:ext uri="{FF2B5EF4-FFF2-40B4-BE49-F238E27FC236}">
                <a16:creationId xmlns:a16="http://schemas.microsoft.com/office/drawing/2014/main" id="{8E1AA686-8FF5-4763-6537-6E9CB87F52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538" b="10193"/>
          <a:stretch>
            <a:fillRect/>
          </a:stretch>
        </p:blipFill>
        <p:spPr>
          <a:xfrm>
            <a:off x="0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ECC5E1-8CF5-3601-B2EB-1EBDDDB43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10883555" cy="2450592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Manufacture downtime</a:t>
            </a:r>
            <a:br>
              <a:rPr lang="en-US" sz="6000">
                <a:solidFill>
                  <a:srgbClr val="FFFFFF"/>
                </a:solidFill>
              </a:rPr>
            </a:br>
            <a:r>
              <a:rPr lang="en-US" sz="6000">
                <a:solidFill>
                  <a:srgbClr val="FFFFFF"/>
                </a:solidFill>
              </a:rPr>
              <a:t>problem statement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4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41C0B-C3EC-AD3C-B7B2-5D4505BF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/>
              <a:t>Context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304E3-C95B-2C52-DA52-44489A624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79" y="1981346"/>
            <a:ext cx="6405469" cy="43645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In a modern manufacturing environment, </a:t>
            </a:r>
            <a:r>
              <a:rPr lang="en-US" sz="1700" b="1" dirty="0"/>
              <a:t>unplanned production downtime</a:t>
            </a:r>
            <a:r>
              <a:rPr lang="en-US" sz="1700" dirty="0"/>
              <a:t> remains one of the most critical challenges affecting productivity , and profitability.</a:t>
            </a:r>
            <a:br>
              <a:rPr lang="en-US" sz="1700" dirty="0"/>
            </a:br>
            <a:r>
              <a:rPr lang="en-US" sz="1700" dirty="0"/>
              <a:t>Even short interruptions in production can result in significant losses in output, increased operational costs, and reduced customer satisfaction.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The manufacturing facility under study has been experiencing </a:t>
            </a:r>
            <a:r>
              <a:rPr lang="en-US" sz="1700" b="1" dirty="0"/>
              <a:t>frequent and inconsistent downtime events</a:t>
            </a:r>
            <a:r>
              <a:rPr lang="en-US" sz="1700" dirty="0"/>
              <a:t> across multiple </a:t>
            </a:r>
            <a:r>
              <a:rPr lang="en-US" sz="1700" b="1" dirty="0"/>
              <a:t>production lines</a:t>
            </a:r>
            <a:r>
              <a:rPr lang="en-US" sz="1700" dirty="0"/>
              <a:t>, </a:t>
            </a:r>
            <a:r>
              <a:rPr lang="en-US" sz="1700" b="1" dirty="0"/>
              <a:t>operators</a:t>
            </a:r>
            <a:r>
              <a:rPr lang="en-US" sz="1700" dirty="0"/>
              <a:t>, and </a:t>
            </a:r>
            <a:r>
              <a:rPr lang="en-US" sz="1700" b="1" dirty="0"/>
              <a:t>product types</a:t>
            </a:r>
            <a:r>
              <a:rPr lang="en-US" sz="1700" dirty="0"/>
              <a:t>.</a:t>
            </a:r>
            <a:br>
              <a:rPr lang="en-US" sz="1700" dirty="0"/>
            </a:br>
            <a:r>
              <a:rPr lang="en-US" sz="1700" dirty="0"/>
              <a:t>While these events are being recorded in the company’s downtime tracking system, the data has not yet been systematically analyzed to identify </a:t>
            </a:r>
            <a:r>
              <a:rPr lang="en-US" sz="1700" b="1" dirty="0"/>
              <a:t>root causes</a:t>
            </a:r>
            <a:r>
              <a:rPr lang="en-US" sz="1700" dirty="0"/>
              <a:t>, </a:t>
            </a:r>
            <a:r>
              <a:rPr lang="en-US" sz="1700" b="1" dirty="0"/>
              <a:t>performance variations</a:t>
            </a:r>
            <a:r>
              <a:rPr lang="en-US" sz="1700" dirty="0"/>
              <a:t>, or </a:t>
            </a:r>
            <a:r>
              <a:rPr lang="en-US" sz="1700" b="1" dirty="0"/>
              <a:t>predictive patterns</a:t>
            </a:r>
            <a:r>
              <a:rPr lang="en-US" sz="1700" dirty="0"/>
              <a:t>.</a:t>
            </a:r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A29D2221-5D5C-32D8-619B-54C3370FE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C719-29F2-E56E-9F6C-44BFFDD0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Currently, management lacks visibility into key operational questions such as:</a:t>
            </a:r>
            <a:endParaRPr lang="en-US" sz="2800" dirty="0"/>
          </a:p>
        </p:txBody>
      </p:sp>
      <p:graphicFrame>
        <p:nvGraphicFramePr>
          <p:cNvPr id="15" name="Rectangle 2">
            <a:extLst>
              <a:ext uri="{FF2B5EF4-FFF2-40B4-BE49-F238E27FC236}">
                <a16:creationId xmlns:a16="http://schemas.microsoft.com/office/drawing/2014/main" id="{94FC32B4-BA31-10E5-0B64-8E92EF6DFD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5113" y="2214516"/>
          <a:ext cx="11372088" cy="3822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990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5642-6CF1-CAB7-735B-4D501758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2408"/>
          </a:xfrm>
        </p:spPr>
        <p:txBody>
          <a:bodyPr>
            <a:noAutofit/>
          </a:bodyPr>
          <a:lstStyle/>
          <a:p>
            <a:r>
              <a:rPr lang="en-US" sz="2800"/>
              <a:t>Therefore, the central problem this project seeks to address is: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79D0A-86F5-0749-8895-A6F120413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19481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>
                <a:solidFill>
                  <a:srgbClr val="FF0000"/>
                </a:solidFill>
              </a:rPr>
              <a:t>How can downtime data ( lines, products, operators, and causal factors) to be analyzed, visualized, and modeled to identify performance drivers, optimize resource allocation, thereby enhancing overall manufacturing efficiency and decision-making?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52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235-A173-83D2-E52A-D1594BFC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en-US" dirty="0"/>
              <a:t>Analysis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79A9-1E80-7071-2CA8-F52D4AB36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82" y="1828800"/>
            <a:ext cx="11070306" cy="45171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analysis questions are divided into sectors These questions are designed to help decision-makers understand </a:t>
            </a:r>
            <a:r>
              <a:rPr lang="en-US" b="1" dirty="0"/>
              <a:t>where</a:t>
            </a:r>
            <a:r>
              <a:rPr lang="en-US" dirty="0"/>
              <a:t>, </a:t>
            </a:r>
            <a:r>
              <a:rPr lang="en-US" b="1" dirty="0"/>
              <a:t>why</a:t>
            </a:r>
            <a:r>
              <a:rPr lang="en-US" dirty="0"/>
              <a:t>, and </a:t>
            </a:r>
            <a:r>
              <a:rPr lang="en-US" b="1" dirty="0"/>
              <a:t>how</a:t>
            </a:r>
            <a:r>
              <a:rPr lang="en-US" dirty="0"/>
              <a:t> downtime occurs, and its impact on </a:t>
            </a:r>
            <a:r>
              <a:rPr lang="en-US" b="1" dirty="0"/>
              <a:t>production efficiency</a:t>
            </a:r>
            <a:r>
              <a:rPr lang="en-US" dirty="0"/>
              <a:t>, </a:t>
            </a:r>
            <a:r>
              <a:rPr lang="en-US" b="1" dirty="0"/>
              <a:t>operator performance</a:t>
            </a:r>
            <a:r>
              <a:rPr lang="en-US" dirty="0"/>
              <a:t>, and </a:t>
            </a:r>
            <a:r>
              <a:rPr lang="en-US" b="1" dirty="0"/>
              <a:t>business output </a:t>
            </a:r>
            <a:r>
              <a:rPr lang="en-US" dirty="0"/>
              <a:t>:</a:t>
            </a:r>
          </a:p>
          <a:p>
            <a:r>
              <a:rPr lang="en-US" dirty="0"/>
              <a:t>General analysis(Business and Strategic KPIs) . </a:t>
            </a:r>
          </a:p>
          <a:p>
            <a:r>
              <a:rPr lang="en-US" dirty="0"/>
              <a:t>Production Line Performance Analysis</a:t>
            </a:r>
          </a:p>
          <a:p>
            <a:r>
              <a:rPr lang="en-US" dirty="0"/>
              <a:t>Operator Performance Analysis</a:t>
            </a:r>
          </a:p>
          <a:p>
            <a:r>
              <a:rPr lang="en-US" dirty="0"/>
              <a:t>Product Performance Analysis</a:t>
            </a:r>
          </a:p>
          <a:p>
            <a:r>
              <a:rPr lang="en-US" dirty="0"/>
              <a:t>Downtime Factor Analysis (Root Cause)</a:t>
            </a:r>
          </a:p>
          <a:p>
            <a:r>
              <a:rPr lang="en-US" dirty="0"/>
              <a:t>Time and Trend Analysis</a:t>
            </a:r>
          </a:p>
          <a:p>
            <a:r>
              <a:rPr lang="en-US" dirty="0"/>
              <a:t>Correlation and Performance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214369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C17F-3382-B818-A15B-40DBA2F9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040067" cy="787018"/>
          </a:xfrm>
        </p:spPr>
        <p:txBody>
          <a:bodyPr>
            <a:normAutofit fontScale="90000"/>
          </a:bodyPr>
          <a:lstStyle/>
          <a:p>
            <a:r>
              <a:rPr lang="en-US"/>
              <a:t>General analysis(Business and Strategic KPIs) </a:t>
            </a:r>
            <a:br>
              <a:rPr lang="en-US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55D497-9512-BA36-E3C5-876799D8EA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000060"/>
              </p:ext>
            </p:extLst>
          </p:nvPr>
        </p:nvGraphicFramePr>
        <p:xfrm>
          <a:off x="531137" y="1765426"/>
          <a:ext cx="11139655" cy="437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775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7E8A-953C-2533-C842-7EB67ADC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36" y="978408"/>
            <a:ext cx="11061252" cy="768911"/>
          </a:xfrm>
        </p:spPr>
        <p:txBody>
          <a:bodyPr/>
          <a:lstStyle/>
          <a:p>
            <a:r>
              <a:rPr lang="en-US" dirty="0"/>
              <a:t>Production Line Performance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E01501-676F-6FE8-DC8B-82C04F927E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64803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1721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6124-E2F3-9C2D-D137-BE5EDFD6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Performance Analysis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B7472FD-9371-71C2-ED29-1461AB078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182047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5389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EF1D4-9410-EA72-5CD3-1EE1C349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Product Performance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F1E91E-5826-C7C0-DC41-1EA55196B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08530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0661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2912-2E7A-AC61-DB9C-053B2DA2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Downtime Factor Analysis (Root Cause)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10DB20-5495-5212-5D44-4B08E0AE4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566262"/>
              </p:ext>
            </p:extLst>
          </p:nvPr>
        </p:nvGraphicFramePr>
        <p:xfrm>
          <a:off x="518160" y="2532889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142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7270D-A431-373F-8B77-0D182B5F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Time and Trend Analysis</a:t>
            </a:r>
          </a:p>
        </p:txBody>
      </p:sp>
      <p:pic>
        <p:nvPicPr>
          <p:cNvPr id="7" name="Graphic 6" descr="Hourglass">
            <a:extLst>
              <a:ext uri="{FF2B5EF4-FFF2-40B4-BE49-F238E27FC236}">
                <a16:creationId xmlns:a16="http://schemas.microsoft.com/office/drawing/2014/main" id="{EAA96E0B-AB3B-942E-DF7D-8DF1F68B2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93D07-3A6F-EB6E-C76B-183F8761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What are the monthly trends in downtime duration and frequency?</a:t>
            </a:r>
          </a:p>
          <a:p>
            <a:r>
              <a:rPr lang="en-US" dirty="0"/>
              <a:t>What time of day (hourly) sees the most downtime occurrences?</a:t>
            </a:r>
          </a:p>
          <a:p>
            <a:r>
              <a:rPr lang="en-US" dirty="0"/>
              <a:t>Which days or shifts have the highest average downtime?</a:t>
            </a:r>
          </a:p>
          <a:p>
            <a:r>
              <a:rPr lang="en-US" dirty="0"/>
              <a:t>How does downtime evolve over time (cumulative trend)?</a:t>
            </a:r>
          </a:p>
        </p:txBody>
      </p:sp>
    </p:spTree>
    <p:extLst>
      <p:ext uri="{BB962C8B-B14F-4D97-AF65-F5344CB8AC3E}">
        <p14:creationId xmlns:p14="http://schemas.microsoft.com/office/powerpoint/2010/main" val="329777733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3954</TotalTime>
  <Words>723</Words>
  <Application>Microsoft Office PowerPoint</Application>
  <PresentationFormat>Widescreen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Bierstadt</vt:lpstr>
      <vt:lpstr>GestaltVTI</vt:lpstr>
      <vt:lpstr>Manufacture downtime problem statement</vt:lpstr>
      <vt:lpstr>Context</vt:lpstr>
      <vt:lpstr>Currently, management lacks visibility into key operational questions such as:</vt:lpstr>
      <vt:lpstr>Therefore, the central problem this project seeks to address is:</vt:lpstr>
      <vt:lpstr>Analysis questions </vt:lpstr>
      <vt:lpstr>General analysis(Business and Strategic KPIs)  </vt:lpstr>
      <vt:lpstr>Production Line Performance Analysis</vt:lpstr>
      <vt:lpstr>Operator Performance Analysis</vt:lpstr>
      <vt:lpstr>Product Performance Analysis</vt:lpstr>
      <vt:lpstr>Downtime Factor Analysis (Root Cause)</vt:lpstr>
      <vt:lpstr>Time and Trend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hamed hafez hamed</dc:creator>
  <cp:lastModifiedBy>Malek hamed hafez hamed</cp:lastModifiedBy>
  <cp:revision>3</cp:revision>
  <dcterms:created xsi:type="dcterms:W3CDTF">2025-10-16T14:36:42Z</dcterms:created>
  <dcterms:modified xsi:type="dcterms:W3CDTF">2025-11-07T19:13:04Z</dcterms:modified>
</cp:coreProperties>
</file>